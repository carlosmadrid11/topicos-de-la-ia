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6D0D0C-A9D8-4445-8369-0007998B3C3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90D5BDD-74C2-4B1B-9910-D82439AF7027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0" i="0" baseline="0"/>
            <a:t>La contaminación no es solo "humo", son partículas invisibles.</a:t>
          </a:r>
          <a:endParaRPr lang="en-US"/>
        </a:p>
      </dgm:t>
    </dgm:pt>
    <dgm:pt modelId="{D1AAF6D8-B975-47F8-8F0F-938B9588F75E}" type="parTrans" cxnId="{BD603D4D-9EBA-4918-808E-CCFE6F3C2549}">
      <dgm:prSet/>
      <dgm:spPr/>
      <dgm:t>
        <a:bodyPr/>
        <a:lstStyle/>
        <a:p>
          <a:endParaRPr lang="en-US"/>
        </a:p>
      </dgm:t>
    </dgm:pt>
    <dgm:pt modelId="{2040F066-E162-4337-9311-CCEC2D0B2A0E}" type="sibTrans" cxnId="{BD603D4D-9EBA-4918-808E-CCFE6F3C2549}">
      <dgm:prSet/>
      <dgm:spPr/>
      <dgm:t>
        <a:bodyPr/>
        <a:lstStyle/>
        <a:p>
          <a:endParaRPr lang="en-US"/>
        </a:p>
      </dgm:t>
    </dgm:pt>
    <dgm:pt modelId="{07C706AD-27BA-4707-865E-993F3993D29D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0" i="0" baseline="0"/>
            <a:t>Las ciudades son "ollas a presión": tráfico + industria + falta de árboles.</a:t>
          </a:r>
          <a:endParaRPr lang="en-US"/>
        </a:p>
      </dgm:t>
    </dgm:pt>
    <dgm:pt modelId="{B988A185-9410-46E8-92D3-B3134C214DD1}" type="parTrans" cxnId="{8A9FB605-413E-4F76-9B73-6687B2FFACFD}">
      <dgm:prSet/>
      <dgm:spPr/>
      <dgm:t>
        <a:bodyPr/>
        <a:lstStyle/>
        <a:p>
          <a:endParaRPr lang="en-US"/>
        </a:p>
      </dgm:t>
    </dgm:pt>
    <dgm:pt modelId="{2683E3A1-500F-4968-AE7B-C57179115412}" type="sibTrans" cxnId="{8A9FB605-413E-4F76-9B73-6687B2FFACFD}">
      <dgm:prSet/>
      <dgm:spPr/>
      <dgm:t>
        <a:bodyPr/>
        <a:lstStyle/>
        <a:p>
          <a:endParaRPr lang="en-US"/>
        </a:p>
      </dgm:t>
    </dgm:pt>
    <dgm:pt modelId="{8574A012-052A-4E15-8F5F-92C9AD75251C}" type="pres">
      <dgm:prSet presAssocID="{0E6D0D0C-A9D8-4445-8369-0007998B3C3A}" presName="root" presStyleCnt="0">
        <dgm:presLayoutVars>
          <dgm:dir/>
          <dgm:resizeHandles val="exact"/>
        </dgm:presLayoutVars>
      </dgm:prSet>
      <dgm:spPr/>
    </dgm:pt>
    <dgm:pt modelId="{A99A4433-D671-4330-8406-7D249F3FC6BE}" type="pres">
      <dgm:prSet presAssocID="{590D5BDD-74C2-4B1B-9910-D82439AF7027}" presName="compNode" presStyleCnt="0"/>
      <dgm:spPr/>
    </dgm:pt>
    <dgm:pt modelId="{36947910-9AAC-4A91-AEF5-0E555FAC46AC}" type="pres">
      <dgm:prSet presAssocID="{590D5BDD-74C2-4B1B-9910-D82439AF702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44990656-3ED9-436F-AF9F-05F3FC75E034}" type="pres">
      <dgm:prSet presAssocID="{590D5BDD-74C2-4B1B-9910-D82439AF7027}" presName="spaceRect" presStyleCnt="0"/>
      <dgm:spPr/>
    </dgm:pt>
    <dgm:pt modelId="{7A0A4F79-0D16-446E-9580-76AC0FE1CDF4}" type="pres">
      <dgm:prSet presAssocID="{590D5BDD-74C2-4B1B-9910-D82439AF7027}" presName="textRect" presStyleLbl="revTx" presStyleIdx="0" presStyleCnt="2">
        <dgm:presLayoutVars>
          <dgm:chMax val="1"/>
          <dgm:chPref val="1"/>
        </dgm:presLayoutVars>
      </dgm:prSet>
      <dgm:spPr/>
    </dgm:pt>
    <dgm:pt modelId="{B2E184C9-858A-4077-919E-C31652B45BDF}" type="pres">
      <dgm:prSet presAssocID="{2040F066-E162-4337-9311-CCEC2D0B2A0E}" presName="sibTrans" presStyleCnt="0"/>
      <dgm:spPr/>
    </dgm:pt>
    <dgm:pt modelId="{C8B3754A-869A-4EC8-ADF8-B0670563D3D9}" type="pres">
      <dgm:prSet presAssocID="{07C706AD-27BA-4707-865E-993F3993D29D}" presName="compNode" presStyleCnt="0"/>
      <dgm:spPr/>
    </dgm:pt>
    <dgm:pt modelId="{E8CD0EE3-C05C-4195-94B9-C926D27305FC}" type="pres">
      <dgm:prSet presAssocID="{07C706AD-27BA-4707-865E-993F3993D29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udad"/>
        </a:ext>
      </dgm:extLst>
    </dgm:pt>
    <dgm:pt modelId="{D505728F-5059-412E-903D-8D5D8AB12B61}" type="pres">
      <dgm:prSet presAssocID="{07C706AD-27BA-4707-865E-993F3993D29D}" presName="spaceRect" presStyleCnt="0"/>
      <dgm:spPr/>
    </dgm:pt>
    <dgm:pt modelId="{10577D65-1762-4661-8E6B-55C373A776B4}" type="pres">
      <dgm:prSet presAssocID="{07C706AD-27BA-4707-865E-993F3993D29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A9FB605-413E-4F76-9B73-6687B2FFACFD}" srcId="{0E6D0D0C-A9D8-4445-8369-0007998B3C3A}" destId="{07C706AD-27BA-4707-865E-993F3993D29D}" srcOrd="1" destOrd="0" parTransId="{B988A185-9410-46E8-92D3-B3134C214DD1}" sibTransId="{2683E3A1-500F-4968-AE7B-C57179115412}"/>
    <dgm:cxn modelId="{BD603D4D-9EBA-4918-808E-CCFE6F3C2549}" srcId="{0E6D0D0C-A9D8-4445-8369-0007998B3C3A}" destId="{590D5BDD-74C2-4B1B-9910-D82439AF7027}" srcOrd="0" destOrd="0" parTransId="{D1AAF6D8-B975-47F8-8F0F-938B9588F75E}" sibTransId="{2040F066-E162-4337-9311-CCEC2D0B2A0E}"/>
    <dgm:cxn modelId="{72609891-4C15-4E3F-A95F-C2185D2A5247}" type="presOf" srcId="{590D5BDD-74C2-4B1B-9910-D82439AF7027}" destId="{7A0A4F79-0D16-446E-9580-76AC0FE1CDF4}" srcOrd="0" destOrd="0" presId="urn:microsoft.com/office/officeart/2018/2/layout/IconLabelList"/>
    <dgm:cxn modelId="{E091D8B0-377A-427B-8C35-A1FAEB816E7A}" type="presOf" srcId="{07C706AD-27BA-4707-865E-993F3993D29D}" destId="{10577D65-1762-4661-8E6B-55C373A776B4}" srcOrd="0" destOrd="0" presId="urn:microsoft.com/office/officeart/2018/2/layout/IconLabelList"/>
    <dgm:cxn modelId="{AC84F6BC-8F66-4125-9515-768780DDEA4B}" type="presOf" srcId="{0E6D0D0C-A9D8-4445-8369-0007998B3C3A}" destId="{8574A012-052A-4E15-8F5F-92C9AD75251C}" srcOrd="0" destOrd="0" presId="urn:microsoft.com/office/officeart/2018/2/layout/IconLabelList"/>
    <dgm:cxn modelId="{6B2CE09F-B89A-4F39-98C7-6210F5387E1D}" type="presParOf" srcId="{8574A012-052A-4E15-8F5F-92C9AD75251C}" destId="{A99A4433-D671-4330-8406-7D249F3FC6BE}" srcOrd="0" destOrd="0" presId="urn:microsoft.com/office/officeart/2018/2/layout/IconLabelList"/>
    <dgm:cxn modelId="{4DD6123D-3A56-40EC-A2B7-007120DF6E8D}" type="presParOf" srcId="{A99A4433-D671-4330-8406-7D249F3FC6BE}" destId="{36947910-9AAC-4A91-AEF5-0E555FAC46AC}" srcOrd="0" destOrd="0" presId="urn:microsoft.com/office/officeart/2018/2/layout/IconLabelList"/>
    <dgm:cxn modelId="{2646B2A7-A6F3-4169-AE94-512D2F3B93C6}" type="presParOf" srcId="{A99A4433-D671-4330-8406-7D249F3FC6BE}" destId="{44990656-3ED9-436F-AF9F-05F3FC75E034}" srcOrd="1" destOrd="0" presId="urn:microsoft.com/office/officeart/2018/2/layout/IconLabelList"/>
    <dgm:cxn modelId="{A5B28159-2305-4163-B366-9F8E36674442}" type="presParOf" srcId="{A99A4433-D671-4330-8406-7D249F3FC6BE}" destId="{7A0A4F79-0D16-446E-9580-76AC0FE1CDF4}" srcOrd="2" destOrd="0" presId="urn:microsoft.com/office/officeart/2018/2/layout/IconLabelList"/>
    <dgm:cxn modelId="{43727176-8B02-4490-B5F0-41ACB64F33D6}" type="presParOf" srcId="{8574A012-052A-4E15-8F5F-92C9AD75251C}" destId="{B2E184C9-858A-4077-919E-C31652B45BDF}" srcOrd="1" destOrd="0" presId="urn:microsoft.com/office/officeart/2018/2/layout/IconLabelList"/>
    <dgm:cxn modelId="{08EE65F0-679A-4665-BF9A-BBDBB48DC771}" type="presParOf" srcId="{8574A012-052A-4E15-8F5F-92C9AD75251C}" destId="{C8B3754A-869A-4EC8-ADF8-B0670563D3D9}" srcOrd="2" destOrd="0" presId="urn:microsoft.com/office/officeart/2018/2/layout/IconLabelList"/>
    <dgm:cxn modelId="{6B7C2059-CB77-48AD-A363-DA3CE472BAC5}" type="presParOf" srcId="{C8B3754A-869A-4EC8-ADF8-B0670563D3D9}" destId="{E8CD0EE3-C05C-4195-94B9-C926D27305FC}" srcOrd="0" destOrd="0" presId="urn:microsoft.com/office/officeart/2018/2/layout/IconLabelList"/>
    <dgm:cxn modelId="{4264490E-9D13-4287-8985-0E533FDD379A}" type="presParOf" srcId="{C8B3754A-869A-4EC8-ADF8-B0670563D3D9}" destId="{D505728F-5059-412E-903D-8D5D8AB12B61}" srcOrd="1" destOrd="0" presId="urn:microsoft.com/office/officeart/2018/2/layout/IconLabelList"/>
    <dgm:cxn modelId="{927924BE-600C-4E19-AAAA-DF5836E63F34}" type="presParOf" srcId="{C8B3754A-869A-4EC8-ADF8-B0670563D3D9}" destId="{10577D65-1762-4661-8E6B-55C373A776B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963DBB-0DEB-48BB-8968-3C93E68A44AE}" type="doc">
      <dgm:prSet loTypeId="urn:microsoft.com/office/officeart/2008/layout/LinedList" loCatId="list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FDE7D37-A860-42B0-837F-0C8577D2A0ED}">
      <dgm:prSet/>
      <dgm:spPr/>
      <dgm:t>
        <a:bodyPr/>
        <a:lstStyle/>
        <a:p>
          <a:r>
            <a:rPr lang="es-MX" b="0" i="0" baseline="0"/>
            <a:t>El asfalto y el concreto guardan el calor.</a:t>
          </a:r>
          <a:endParaRPr lang="en-US"/>
        </a:p>
      </dgm:t>
    </dgm:pt>
    <dgm:pt modelId="{E00128B6-65E0-4D01-A21D-D130187197DE}" type="parTrans" cxnId="{E23F9D09-FF17-413D-A447-B25809F8EFFB}">
      <dgm:prSet/>
      <dgm:spPr/>
      <dgm:t>
        <a:bodyPr/>
        <a:lstStyle/>
        <a:p>
          <a:endParaRPr lang="en-US"/>
        </a:p>
      </dgm:t>
    </dgm:pt>
    <dgm:pt modelId="{C9794758-A165-49DD-AAF5-F5738ADB9967}" type="sibTrans" cxnId="{E23F9D09-FF17-413D-A447-B25809F8EFFB}">
      <dgm:prSet/>
      <dgm:spPr/>
      <dgm:t>
        <a:bodyPr/>
        <a:lstStyle/>
        <a:p>
          <a:endParaRPr lang="en-US"/>
        </a:p>
      </dgm:t>
    </dgm:pt>
    <dgm:pt modelId="{ECA0A9C3-D16A-477D-A025-9B40B7C29BCC}">
      <dgm:prSet/>
      <dgm:spPr/>
      <dgm:t>
        <a:bodyPr/>
        <a:lstStyle/>
        <a:p>
          <a:r>
            <a:rPr lang="es-MX" b="0" i="0" baseline="0"/>
            <a:t>A más calor, el aire se vuelve más tóxico químicamente (se forma Ozono)</a:t>
          </a:r>
          <a:endParaRPr lang="en-US"/>
        </a:p>
      </dgm:t>
    </dgm:pt>
    <dgm:pt modelId="{7091B8AD-BD63-41A8-A116-6F230083A4D5}" type="parTrans" cxnId="{1E394DBD-1AEC-4DE7-814C-9E0DA428ABF1}">
      <dgm:prSet/>
      <dgm:spPr/>
      <dgm:t>
        <a:bodyPr/>
        <a:lstStyle/>
        <a:p>
          <a:endParaRPr lang="en-US"/>
        </a:p>
      </dgm:t>
    </dgm:pt>
    <dgm:pt modelId="{DBE45746-2E7B-43D0-9A0C-4870F73F9255}" type="sibTrans" cxnId="{1E394DBD-1AEC-4DE7-814C-9E0DA428ABF1}">
      <dgm:prSet/>
      <dgm:spPr/>
      <dgm:t>
        <a:bodyPr/>
        <a:lstStyle/>
        <a:p>
          <a:endParaRPr lang="en-US"/>
        </a:p>
      </dgm:t>
    </dgm:pt>
    <dgm:pt modelId="{0397BF8E-DE20-4317-900B-0EC7FC3021CC}" type="pres">
      <dgm:prSet presAssocID="{CA963DBB-0DEB-48BB-8968-3C93E68A44AE}" presName="vert0" presStyleCnt="0">
        <dgm:presLayoutVars>
          <dgm:dir/>
          <dgm:animOne val="branch"/>
          <dgm:animLvl val="lvl"/>
        </dgm:presLayoutVars>
      </dgm:prSet>
      <dgm:spPr/>
    </dgm:pt>
    <dgm:pt modelId="{A80B3D2C-FAD9-4623-BCA2-F9EF05652F99}" type="pres">
      <dgm:prSet presAssocID="{0FDE7D37-A860-42B0-837F-0C8577D2A0ED}" presName="thickLine" presStyleLbl="alignNode1" presStyleIdx="0" presStyleCnt="2"/>
      <dgm:spPr/>
    </dgm:pt>
    <dgm:pt modelId="{721F908C-BAFC-462E-B16E-2F92996F0397}" type="pres">
      <dgm:prSet presAssocID="{0FDE7D37-A860-42B0-837F-0C8577D2A0ED}" presName="horz1" presStyleCnt="0"/>
      <dgm:spPr/>
    </dgm:pt>
    <dgm:pt modelId="{36674641-6238-4CBB-A83E-DC00B327F22B}" type="pres">
      <dgm:prSet presAssocID="{0FDE7D37-A860-42B0-837F-0C8577D2A0ED}" presName="tx1" presStyleLbl="revTx" presStyleIdx="0" presStyleCnt="2"/>
      <dgm:spPr/>
    </dgm:pt>
    <dgm:pt modelId="{41F9BF0E-8645-4BE8-9D37-0A391629413B}" type="pres">
      <dgm:prSet presAssocID="{0FDE7D37-A860-42B0-837F-0C8577D2A0ED}" presName="vert1" presStyleCnt="0"/>
      <dgm:spPr/>
    </dgm:pt>
    <dgm:pt modelId="{31FBC5FD-7A13-4FEF-AE59-EFD91A415F2D}" type="pres">
      <dgm:prSet presAssocID="{ECA0A9C3-D16A-477D-A025-9B40B7C29BCC}" presName="thickLine" presStyleLbl="alignNode1" presStyleIdx="1" presStyleCnt="2"/>
      <dgm:spPr/>
    </dgm:pt>
    <dgm:pt modelId="{17DE87BC-760C-4F17-BE49-58467AC29966}" type="pres">
      <dgm:prSet presAssocID="{ECA0A9C3-D16A-477D-A025-9B40B7C29BCC}" presName="horz1" presStyleCnt="0"/>
      <dgm:spPr/>
    </dgm:pt>
    <dgm:pt modelId="{64E8CE22-E7BC-4815-86E7-0D66B0383232}" type="pres">
      <dgm:prSet presAssocID="{ECA0A9C3-D16A-477D-A025-9B40B7C29BCC}" presName="tx1" presStyleLbl="revTx" presStyleIdx="1" presStyleCnt="2"/>
      <dgm:spPr/>
    </dgm:pt>
    <dgm:pt modelId="{033A60B6-E722-4741-97F1-360CEC262C1F}" type="pres">
      <dgm:prSet presAssocID="{ECA0A9C3-D16A-477D-A025-9B40B7C29BCC}" presName="vert1" presStyleCnt="0"/>
      <dgm:spPr/>
    </dgm:pt>
  </dgm:ptLst>
  <dgm:cxnLst>
    <dgm:cxn modelId="{E23F9D09-FF17-413D-A447-B25809F8EFFB}" srcId="{CA963DBB-0DEB-48BB-8968-3C93E68A44AE}" destId="{0FDE7D37-A860-42B0-837F-0C8577D2A0ED}" srcOrd="0" destOrd="0" parTransId="{E00128B6-65E0-4D01-A21D-D130187197DE}" sibTransId="{C9794758-A165-49DD-AAF5-F5738ADB9967}"/>
    <dgm:cxn modelId="{59707F70-F245-469E-A993-E1048B30B36E}" type="presOf" srcId="{0FDE7D37-A860-42B0-837F-0C8577D2A0ED}" destId="{36674641-6238-4CBB-A83E-DC00B327F22B}" srcOrd="0" destOrd="0" presId="urn:microsoft.com/office/officeart/2008/layout/LinedList"/>
    <dgm:cxn modelId="{1E394DBD-1AEC-4DE7-814C-9E0DA428ABF1}" srcId="{CA963DBB-0DEB-48BB-8968-3C93E68A44AE}" destId="{ECA0A9C3-D16A-477D-A025-9B40B7C29BCC}" srcOrd="1" destOrd="0" parTransId="{7091B8AD-BD63-41A8-A116-6F230083A4D5}" sibTransId="{DBE45746-2E7B-43D0-9A0C-4870F73F9255}"/>
    <dgm:cxn modelId="{33C3D5C4-0FE3-48CF-8E5B-44E4802ECF83}" type="presOf" srcId="{CA963DBB-0DEB-48BB-8968-3C93E68A44AE}" destId="{0397BF8E-DE20-4317-900B-0EC7FC3021CC}" srcOrd="0" destOrd="0" presId="urn:microsoft.com/office/officeart/2008/layout/LinedList"/>
    <dgm:cxn modelId="{1F60FFEC-E358-4E3C-9CE8-8CF35081B12D}" type="presOf" srcId="{ECA0A9C3-D16A-477D-A025-9B40B7C29BCC}" destId="{64E8CE22-E7BC-4815-86E7-0D66B0383232}" srcOrd="0" destOrd="0" presId="urn:microsoft.com/office/officeart/2008/layout/LinedList"/>
    <dgm:cxn modelId="{9ACFEECE-4FF4-4928-B9B3-50D4F0463710}" type="presParOf" srcId="{0397BF8E-DE20-4317-900B-0EC7FC3021CC}" destId="{A80B3D2C-FAD9-4623-BCA2-F9EF05652F99}" srcOrd="0" destOrd="0" presId="urn:microsoft.com/office/officeart/2008/layout/LinedList"/>
    <dgm:cxn modelId="{EB845F86-C61C-4231-A4E6-F7F37491955B}" type="presParOf" srcId="{0397BF8E-DE20-4317-900B-0EC7FC3021CC}" destId="{721F908C-BAFC-462E-B16E-2F92996F0397}" srcOrd="1" destOrd="0" presId="urn:microsoft.com/office/officeart/2008/layout/LinedList"/>
    <dgm:cxn modelId="{8E488126-94EB-4A31-9B29-A445B1E1F0A5}" type="presParOf" srcId="{721F908C-BAFC-462E-B16E-2F92996F0397}" destId="{36674641-6238-4CBB-A83E-DC00B327F22B}" srcOrd="0" destOrd="0" presId="urn:microsoft.com/office/officeart/2008/layout/LinedList"/>
    <dgm:cxn modelId="{44979B2B-B80D-4B72-A854-F8A8AA55CADC}" type="presParOf" srcId="{721F908C-BAFC-462E-B16E-2F92996F0397}" destId="{41F9BF0E-8645-4BE8-9D37-0A391629413B}" srcOrd="1" destOrd="0" presId="urn:microsoft.com/office/officeart/2008/layout/LinedList"/>
    <dgm:cxn modelId="{09C33424-74F2-4C2C-B4D4-D4918D9E73C2}" type="presParOf" srcId="{0397BF8E-DE20-4317-900B-0EC7FC3021CC}" destId="{31FBC5FD-7A13-4FEF-AE59-EFD91A415F2D}" srcOrd="2" destOrd="0" presId="urn:microsoft.com/office/officeart/2008/layout/LinedList"/>
    <dgm:cxn modelId="{26527D57-81D2-4C10-878E-48BE47E2A61C}" type="presParOf" srcId="{0397BF8E-DE20-4317-900B-0EC7FC3021CC}" destId="{17DE87BC-760C-4F17-BE49-58467AC29966}" srcOrd="3" destOrd="0" presId="urn:microsoft.com/office/officeart/2008/layout/LinedList"/>
    <dgm:cxn modelId="{13EE377D-DA22-4989-B45D-B1168A32A669}" type="presParOf" srcId="{17DE87BC-760C-4F17-BE49-58467AC29966}" destId="{64E8CE22-E7BC-4815-86E7-0D66B0383232}" srcOrd="0" destOrd="0" presId="urn:microsoft.com/office/officeart/2008/layout/LinedList"/>
    <dgm:cxn modelId="{E011B740-DF10-4AF5-9BA4-D22D0371CF8E}" type="presParOf" srcId="{17DE87BC-760C-4F17-BE49-58467AC29966}" destId="{033A60B6-E722-4741-97F1-360CEC262C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8E4C39-A5F7-4E31-9647-E20288168EC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A195A9-5321-448C-BD65-7C7E8A8ACE36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0" i="0" baseline="0"/>
            <a:t>No son robots de película; es un sistema que aprende de los datos.</a:t>
          </a:r>
          <a:endParaRPr lang="en-US"/>
        </a:p>
      </dgm:t>
    </dgm:pt>
    <dgm:pt modelId="{B53B2B6C-CBDF-4083-9FAF-7F8F8352AC19}" type="parTrans" cxnId="{2193087A-F942-4DFD-BF04-D9A37200D79E}">
      <dgm:prSet/>
      <dgm:spPr/>
      <dgm:t>
        <a:bodyPr/>
        <a:lstStyle/>
        <a:p>
          <a:endParaRPr lang="en-US"/>
        </a:p>
      </dgm:t>
    </dgm:pt>
    <dgm:pt modelId="{DD57D2F2-5967-4E86-BB07-9D8F9F710C91}" type="sibTrans" cxnId="{2193087A-F942-4DFD-BF04-D9A37200D79E}">
      <dgm:prSet/>
      <dgm:spPr/>
      <dgm:t>
        <a:bodyPr/>
        <a:lstStyle/>
        <a:p>
          <a:endParaRPr lang="en-US"/>
        </a:p>
      </dgm:t>
    </dgm:pt>
    <dgm:pt modelId="{BFA9112C-F44B-4E31-9C18-A63AADEEDC61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 i="0" baseline="0"/>
            <a:t>Machine Learning:</a:t>
          </a:r>
          <a:r>
            <a:rPr lang="es-MX" b="0" i="0" baseline="0"/>
            <a:t> Como un niño que aprende a reconocer patrones después de ver muchas fotos.</a:t>
          </a:r>
          <a:endParaRPr lang="en-US"/>
        </a:p>
      </dgm:t>
    </dgm:pt>
    <dgm:pt modelId="{8C64E7F0-E375-44C4-980B-1E1BE60033AB}" type="parTrans" cxnId="{90A8A6A9-8AF2-44A1-BA2C-4355FB08757E}">
      <dgm:prSet/>
      <dgm:spPr/>
      <dgm:t>
        <a:bodyPr/>
        <a:lstStyle/>
        <a:p>
          <a:endParaRPr lang="en-US"/>
        </a:p>
      </dgm:t>
    </dgm:pt>
    <dgm:pt modelId="{235A87E7-A50B-4EE6-8AC3-C9B5D456A4C1}" type="sibTrans" cxnId="{90A8A6A9-8AF2-44A1-BA2C-4355FB08757E}">
      <dgm:prSet/>
      <dgm:spPr/>
      <dgm:t>
        <a:bodyPr/>
        <a:lstStyle/>
        <a:p>
          <a:endParaRPr lang="en-US"/>
        </a:p>
      </dgm:t>
    </dgm:pt>
    <dgm:pt modelId="{DF12973B-7371-476A-97A7-1451C78235CF}" type="pres">
      <dgm:prSet presAssocID="{A68E4C39-A5F7-4E31-9647-E20288168ECA}" presName="root" presStyleCnt="0">
        <dgm:presLayoutVars>
          <dgm:dir/>
          <dgm:resizeHandles val="exact"/>
        </dgm:presLayoutVars>
      </dgm:prSet>
      <dgm:spPr/>
    </dgm:pt>
    <dgm:pt modelId="{4718DB86-AB9C-4B2D-9CC2-C763BD99F921}" type="pres">
      <dgm:prSet presAssocID="{FFA195A9-5321-448C-BD65-7C7E8A8ACE36}" presName="compNode" presStyleCnt="0"/>
      <dgm:spPr/>
    </dgm:pt>
    <dgm:pt modelId="{1CFCE067-06FC-4049-A956-437CD1331177}" type="pres">
      <dgm:prSet presAssocID="{FFA195A9-5321-448C-BD65-7C7E8A8ACE3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D5E3F49-0655-4B7A-B173-22062B7B3462}" type="pres">
      <dgm:prSet presAssocID="{FFA195A9-5321-448C-BD65-7C7E8A8ACE36}" presName="spaceRect" presStyleCnt="0"/>
      <dgm:spPr/>
    </dgm:pt>
    <dgm:pt modelId="{876FEEF7-B3BF-4F58-B28B-96934A4EB505}" type="pres">
      <dgm:prSet presAssocID="{FFA195A9-5321-448C-BD65-7C7E8A8ACE36}" presName="textRect" presStyleLbl="revTx" presStyleIdx="0" presStyleCnt="2">
        <dgm:presLayoutVars>
          <dgm:chMax val="1"/>
          <dgm:chPref val="1"/>
        </dgm:presLayoutVars>
      </dgm:prSet>
      <dgm:spPr/>
    </dgm:pt>
    <dgm:pt modelId="{494ECD9B-4772-4F08-B2F3-51118CC65924}" type="pres">
      <dgm:prSet presAssocID="{DD57D2F2-5967-4E86-BB07-9D8F9F710C91}" presName="sibTrans" presStyleCnt="0"/>
      <dgm:spPr/>
    </dgm:pt>
    <dgm:pt modelId="{F4462F6B-D519-4533-BF6C-D3876DD59B06}" type="pres">
      <dgm:prSet presAssocID="{BFA9112C-F44B-4E31-9C18-A63AADEEDC61}" presName="compNode" presStyleCnt="0"/>
      <dgm:spPr/>
    </dgm:pt>
    <dgm:pt modelId="{2B1C077E-7B90-4656-898B-46C16456BF88}" type="pres">
      <dgm:prSet presAssocID="{BFA9112C-F44B-4E31-9C18-A63AADEEDC6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17575CEE-1412-4801-BA5D-DD2EA2C85ACB}" type="pres">
      <dgm:prSet presAssocID="{BFA9112C-F44B-4E31-9C18-A63AADEEDC61}" presName="spaceRect" presStyleCnt="0"/>
      <dgm:spPr/>
    </dgm:pt>
    <dgm:pt modelId="{E3018190-783F-4A1B-B33F-E37635400EB0}" type="pres">
      <dgm:prSet presAssocID="{BFA9112C-F44B-4E31-9C18-A63AADEEDC6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9E13B21-4DE6-4628-8191-2D9DA8D5C66E}" type="presOf" srcId="{FFA195A9-5321-448C-BD65-7C7E8A8ACE36}" destId="{876FEEF7-B3BF-4F58-B28B-96934A4EB505}" srcOrd="0" destOrd="0" presId="urn:microsoft.com/office/officeart/2018/2/layout/IconLabelList"/>
    <dgm:cxn modelId="{B0DAC231-5A54-43B6-9D22-B77351466BE1}" type="presOf" srcId="{BFA9112C-F44B-4E31-9C18-A63AADEEDC61}" destId="{E3018190-783F-4A1B-B33F-E37635400EB0}" srcOrd="0" destOrd="0" presId="urn:microsoft.com/office/officeart/2018/2/layout/IconLabelList"/>
    <dgm:cxn modelId="{2193087A-F942-4DFD-BF04-D9A37200D79E}" srcId="{A68E4C39-A5F7-4E31-9647-E20288168ECA}" destId="{FFA195A9-5321-448C-BD65-7C7E8A8ACE36}" srcOrd="0" destOrd="0" parTransId="{B53B2B6C-CBDF-4083-9FAF-7F8F8352AC19}" sibTransId="{DD57D2F2-5967-4E86-BB07-9D8F9F710C91}"/>
    <dgm:cxn modelId="{90A8A6A9-8AF2-44A1-BA2C-4355FB08757E}" srcId="{A68E4C39-A5F7-4E31-9647-E20288168ECA}" destId="{BFA9112C-F44B-4E31-9C18-A63AADEEDC61}" srcOrd="1" destOrd="0" parTransId="{8C64E7F0-E375-44C4-980B-1E1BE60033AB}" sibTransId="{235A87E7-A50B-4EE6-8AC3-C9B5D456A4C1}"/>
    <dgm:cxn modelId="{D0468CEC-BEBA-408F-A2CF-B56FDC93ED14}" type="presOf" srcId="{A68E4C39-A5F7-4E31-9647-E20288168ECA}" destId="{DF12973B-7371-476A-97A7-1451C78235CF}" srcOrd="0" destOrd="0" presId="urn:microsoft.com/office/officeart/2018/2/layout/IconLabelList"/>
    <dgm:cxn modelId="{8BF84662-759C-44F5-96C9-8338411A02A1}" type="presParOf" srcId="{DF12973B-7371-476A-97A7-1451C78235CF}" destId="{4718DB86-AB9C-4B2D-9CC2-C763BD99F921}" srcOrd="0" destOrd="0" presId="urn:microsoft.com/office/officeart/2018/2/layout/IconLabelList"/>
    <dgm:cxn modelId="{D1186281-79CB-4D9D-A754-7E52C3405DD5}" type="presParOf" srcId="{4718DB86-AB9C-4B2D-9CC2-C763BD99F921}" destId="{1CFCE067-06FC-4049-A956-437CD1331177}" srcOrd="0" destOrd="0" presId="urn:microsoft.com/office/officeart/2018/2/layout/IconLabelList"/>
    <dgm:cxn modelId="{AF8364ED-B05C-4C3D-BF78-91DA83202CDA}" type="presParOf" srcId="{4718DB86-AB9C-4B2D-9CC2-C763BD99F921}" destId="{BD5E3F49-0655-4B7A-B173-22062B7B3462}" srcOrd="1" destOrd="0" presId="urn:microsoft.com/office/officeart/2018/2/layout/IconLabelList"/>
    <dgm:cxn modelId="{03AB1B48-85D8-4F19-A7BC-F699E0CCB514}" type="presParOf" srcId="{4718DB86-AB9C-4B2D-9CC2-C763BD99F921}" destId="{876FEEF7-B3BF-4F58-B28B-96934A4EB505}" srcOrd="2" destOrd="0" presId="urn:microsoft.com/office/officeart/2018/2/layout/IconLabelList"/>
    <dgm:cxn modelId="{6B911B91-ED30-4F11-8F23-C90C9689865F}" type="presParOf" srcId="{DF12973B-7371-476A-97A7-1451C78235CF}" destId="{494ECD9B-4772-4F08-B2F3-51118CC65924}" srcOrd="1" destOrd="0" presId="urn:microsoft.com/office/officeart/2018/2/layout/IconLabelList"/>
    <dgm:cxn modelId="{3B3B704C-39BB-4A06-AF6C-1BE1D26F3A49}" type="presParOf" srcId="{DF12973B-7371-476A-97A7-1451C78235CF}" destId="{F4462F6B-D519-4533-BF6C-D3876DD59B06}" srcOrd="2" destOrd="0" presId="urn:microsoft.com/office/officeart/2018/2/layout/IconLabelList"/>
    <dgm:cxn modelId="{86A8ADE5-D94E-4E76-BCE7-AA5932C49270}" type="presParOf" srcId="{F4462F6B-D519-4533-BF6C-D3876DD59B06}" destId="{2B1C077E-7B90-4656-898B-46C16456BF88}" srcOrd="0" destOrd="0" presId="urn:microsoft.com/office/officeart/2018/2/layout/IconLabelList"/>
    <dgm:cxn modelId="{9D7BDF45-873C-4787-A239-3C257781C76C}" type="presParOf" srcId="{F4462F6B-D519-4533-BF6C-D3876DD59B06}" destId="{17575CEE-1412-4801-BA5D-DD2EA2C85ACB}" srcOrd="1" destOrd="0" presId="urn:microsoft.com/office/officeart/2018/2/layout/IconLabelList"/>
    <dgm:cxn modelId="{F7BC837A-195B-4DC2-9A5C-34026FF81F07}" type="presParOf" srcId="{F4462F6B-D519-4533-BF6C-D3876DD59B06}" destId="{E3018190-783F-4A1B-B33F-E37635400EB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D6A86C-2258-4103-94BE-3EB1947447AB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FEA58C8-BC5A-40B7-AB82-0DEDE1C65ED8}">
      <dgm:prSet/>
      <dgm:spPr/>
      <dgm:t>
        <a:bodyPr/>
        <a:lstStyle/>
        <a:p>
          <a:r>
            <a:rPr lang="es-MX" b="1" i="0" baseline="0"/>
            <a:t>Paso 1:</a:t>
          </a:r>
          <a:r>
            <a:rPr lang="es-MX" b="0" i="0" baseline="0"/>
            <a:t> Recolectar datos históricos (qué pasó antes).</a:t>
          </a:r>
          <a:endParaRPr lang="en-US"/>
        </a:p>
      </dgm:t>
    </dgm:pt>
    <dgm:pt modelId="{00736421-8721-4A0C-976E-F49F02B5A727}" type="parTrans" cxnId="{19388A5C-C998-43AB-8423-A5F6988F102E}">
      <dgm:prSet/>
      <dgm:spPr/>
      <dgm:t>
        <a:bodyPr/>
        <a:lstStyle/>
        <a:p>
          <a:endParaRPr lang="en-US"/>
        </a:p>
      </dgm:t>
    </dgm:pt>
    <dgm:pt modelId="{AEB67D0B-0CBD-4024-8BE4-488AC425FD39}" type="sibTrans" cxnId="{19388A5C-C998-43AB-8423-A5F6988F102E}">
      <dgm:prSet/>
      <dgm:spPr/>
      <dgm:t>
        <a:bodyPr/>
        <a:lstStyle/>
        <a:p>
          <a:endParaRPr lang="en-US"/>
        </a:p>
      </dgm:t>
    </dgm:pt>
    <dgm:pt modelId="{588DD944-755C-45E9-92C3-8561B934072E}">
      <dgm:prSet/>
      <dgm:spPr/>
      <dgm:t>
        <a:bodyPr/>
        <a:lstStyle/>
        <a:p>
          <a:r>
            <a:rPr lang="es-MX" b="1" i="0" baseline="0"/>
            <a:t>Paso 2:</a:t>
          </a:r>
          <a:r>
            <a:rPr lang="es-MX" b="0" i="0" baseline="0"/>
            <a:t> Entrenar al modelo (aprender la relación calor-tráfico-polución).</a:t>
          </a:r>
          <a:endParaRPr lang="en-US"/>
        </a:p>
      </dgm:t>
    </dgm:pt>
    <dgm:pt modelId="{E3EEF0F0-13CF-4201-875F-365CBE915D01}" type="parTrans" cxnId="{A83FE4F3-CC52-43AF-B5F2-7B04D8891D2F}">
      <dgm:prSet/>
      <dgm:spPr/>
      <dgm:t>
        <a:bodyPr/>
        <a:lstStyle/>
        <a:p>
          <a:endParaRPr lang="en-US"/>
        </a:p>
      </dgm:t>
    </dgm:pt>
    <dgm:pt modelId="{095EA184-710D-4243-A2CF-A4783CEFF3C3}" type="sibTrans" cxnId="{A83FE4F3-CC52-43AF-B5F2-7B04D8891D2F}">
      <dgm:prSet/>
      <dgm:spPr/>
      <dgm:t>
        <a:bodyPr/>
        <a:lstStyle/>
        <a:p>
          <a:endParaRPr lang="en-US"/>
        </a:p>
      </dgm:t>
    </dgm:pt>
    <dgm:pt modelId="{651CBAB0-BB96-40EA-9A51-F286E580991D}">
      <dgm:prSet/>
      <dgm:spPr/>
      <dgm:t>
        <a:bodyPr/>
        <a:lstStyle/>
        <a:p>
          <a:r>
            <a:rPr lang="es-MX" b="1" i="0" baseline="0"/>
            <a:t>Paso 3:</a:t>
          </a:r>
          <a:r>
            <a:rPr lang="es-MX" b="0" i="0" baseline="0"/>
            <a:t> Predecir el futuro (qué pasará mañana).</a:t>
          </a:r>
          <a:endParaRPr lang="en-US"/>
        </a:p>
      </dgm:t>
    </dgm:pt>
    <dgm:pt modelId="{8945C836-2654-4ECD-8576-20448D032773}" type="parTrans" cxnId="{8893A1D5-00CA-41D2-9156-960CEC26A192}">
      <dgm:prSet/>
      <dgm:spPr/>
      <dgm:t>
        <a:bodyPr/>
        <a:lstStyle/>
        <a:p>
          <a:endParaRPr lang="en-US"/>
        </a:p>
      </dgm:t>
    </dgm:pt>
    <dgm:pt modelId="{C5430DB5-F9ED-4C7C-9D32-BBB279835ABD}" type="sibTrans" cxnId="{8893A1D5-00CA-41D2-9156-960CEC26A192}">
      <dgm:prSet/>
      <dgm:spPr/>
      <dgm:t>
        <a:bodyPr/>
        <a:lstStyle/>
        <a:p>
          <a:endParaRPr lang="en-US"/>
        </a:p>
      </dgm:t>
    </dgm:pt>
    <dgm:pt modelId="{ED889646-F58E-432A-B1BE-DF9E61ECD689}" type="pres">
      <dgm:prSet presAssocID="{C9D6A86C-2258-4103-94BE-3EB1947447AB}" presName="outerComposite" presStyleCnt="0">
        <dgm:presLayoutVars>
          <dgm:chMax val="5"/>
          <dgm:dir/>
          <dgm:resizeHandles val="exact"/>
        </dgm:presLayoutVars>
      </dgm:prSet>
      <dgm:spPr/>
    </dgm:pt>
    <dgm:pt modelId="{C735F301-F84C-4CB2-994A-56F5FD6296BA}" type="pres">
      <dgm:prSet presAssocID="{C9D6A86C-2258-4103-94BE-3EB1947447AB}" presName="dummyMaxCanvas" presStyleCnt="0">
        <dgm:presLayoutVars/>
      </dgm:prSet>
      <dgm:spPr/>
    </dgm:pt>
    <dgm:pt modelId="{0E995B4A-77CA-4B20-A165-36A8FEF41C03}" type="pres">
      <dgm:prSet presAssocID="{C9D6A86C-2258-4103-94BE-3EB1947447AB}" presName="ThreeNodes_1" presStyleLbl="node1" presStyleIdx="0" presStyleCnt="3">
        <dgm:presLayoutVars>
          <dgm:bulletEnabled val="1"/>
        </dgm:presLayoutVars>
      </dgm:prSet>
      <dgm:spPr/>
    </dgm:pt>
    <dgm:pt modelId="{2010F1BF-19CA-466E-AF1B-B7AB4766CE12}" type="pres">
      <dgm:prSet presAssocID="{C9D6A86C-2258-4103-94BE-3EB1947447AB}" presName="ThreeNodes_2" presStyleLbl="node1" presStyleIdx="1" presStyleCnt="3">
        <dgm:presLayoutVars>
          <dgm:bulletEnabled val="1"/>
        </dgm:presLayoutVars>
      </dgm:prSet>
      <dgm:spPr/>
    </dgm:pt>
    <dgm:pt modelId="{10ED7BBA-3326-4D0A-B45F-8DA8DF3F06DF}" type="pres">
      <dgm:prSet presAssocID="{C9D6A86C-2258-4103-94BE-3EB1947447AB}" presName="ThreeNodes_3" presStyleLbl="node1" presStyleIdx="2" presStyleCnt="3">
        <dgm:presLayoutVars>
          <dgm:bulletEnabled val="1"/>
        </dgm:presLayoutVars>
      </dgm:prSet>
      <dgm:spPr/>
    </dgm:pt>
    <dgm:pt modelId="{C95E3FD4-9988-496D-8CBF-5A7D99A0BE9C}" type="pres">
      <dgm:prSet presAssocID="{C9D6A86C-2258-4103-94BE-3EB1947447AB}" presName="ThreeConn_1-2" presStyleLbl="fgAccFollowNode1" presStyleIdx="0" presStyleCnt="2">
        <dgm:presLayoutVars>
          <dgm:bulletEnabled val="1"/>
        </dgm:presLayoutVars>
      </dgm:prSet>
      <dgm:spPr/>
    </dgm:pt>
    <dgm:pt modelId="{A6C17D7F-8C49-429F-A087-2EEAB70EBC25}" type="pres">
      <dgm:prSet presAssocID="{C9D6A86C-2258-4103-94BE-3EB1947447AB}" presName="ThreeConn_2-3" presStyleLbl="fgAccFollowNode1" presStyleIdx="1" presStyleCnt="2">
        <dgm:presLayoutVars>
          <dgm:bulletEnabled val="1"/>
        </dgm:presLayoutVars>
      </dgm:prSet>
      <dgm:spPr/>
    </dgm:pt>
    <dgm:pt modelId="{3DDD7689-615D-4451-9219-D13765357A7E}" type="pres">
      <dgm:prSet presAssocID="{C9D6A86C-2258-4103-94BE-3EB1947447AB}" presName="ThreeNodes_1_text" presStyleLbl="node1" presStyleIdx="2" presStyleCnt="3">
        <dgm:presLayoutVars>
          <dgm:bulletEnabled val="1"/>
        </dgm:presLayoutVars>
      </dgm:prSet>
      <dgm:spPr/>
    </dgm:pt>
    <dgm:pt modelId="{EF751AE0-8F9D-4011-8DCC-3BA6AD821B86}" type="pres">
      <dgm:prSet presAssocID="{C9D6A86C-2258-4103-94BE-3EB1947447AB}" presName="ThreeNodes_2_text" presStyleLbl="node1" presStyleIdx="2" presStyleCnt="3">
        <dgm:presLayoutVars>
          <dgm:bulletEnabled val="1"/>
        </dgm:presLayoutVars>
      </dgm:prSet>
      <dgm:spPr/>
    </dgm:pt>
    <dgm:pt modelId="{86036135-64D8-41CE-A122-FCF6B381F754}" type="pres">
      <dgm:prSet presAssocID="{C9D6A86C-2258-4103-94BE-3EB1947447A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EC7021F-B4AB-411C-9CEE-49A1EBAF81C9}" type="presOf" srcId="{C9D6A86C-2258-4103-94BE-3EB1947447AB}" destId="{ED889646-F58E-432A-B1BE-DF9E61ECD689}" srcOrd="0" destOrd="0" presId="urn:microsoft.com/office/officeart/2005/8/layout/vProcess5"/>
    <dgm:cxn modelId="{FB650F1F-B385-4248-A904-0CFA20556C07}" type="presOf" srcId="{9FEA58C8-BC5A-40B7-AB82-0DEDE1C65ED8}" destId="{3DDD7689-615D-4451-9219-D13765357A7E}" srcOrd="1" destOrd="0" presId="urn:microsoft.com/office/officeart/2005/8/layout/vProcess5"/>
    <dgm:cxn modelId="{3375BD25-C6FA-4786-9632-95B725C78989}" type="presOf" srcId="{095EA184-710D-4243-A2CF-A4783CEFF3C3}" destId="{A6C17D7F-8C49-429F-A087-2EEAB70EBC25}" srcOrd="0" destOrd="0" presId="urn:microsoft.com/office/officeart/2005/8/layout/vProcess5"/>
    <dgm:cxn modelId="{8A7F8C2D-7A5F-4575-884D-05CE540E4B40}" type="presOf" srcId="{651CBAB0-BB96-40EA-9A51-F286E580991D}" destId="{86036135-64D8-41CE-A122-FCF6B381F754}" srcOrd="1" destOrd="0" presId="urn:microsoft.com/office/officeart/2005/8/layout/vProcess5"/>
    <dgm:cxn modelId="{19388A5C-C998-43AB-8423-A5F6988F102E}" srcId="{C9D6A86C-2258-4103-94BE-3EB1947447AB}" destId="{9FEA58C8-BC5A-40B7-AB82-0DEDE1C65ED8}" srcOrd="0" destOrd="0" parTransId="{00736421-8721-4A0C-976E-F49F02B5A727}" sibTransId="{AEB67D0B-0CBD-4024-8BE4-488AC425FD39}"/>
    <dgm:cxn modelId="{AEFFBE66-DFB3-4AEB-995E-BCF49E8EC8E5}" type="presOf" srcId="{AEB67D0B-0CBD-4024-8BE4-488AC425FD39}" destId="{C95E3FD4-9988-496D-8CBF-5A7D99A0BE9C}" srcOrd="0" destOrd="0" presId="urn:microsoft.com/office/officeart/2005/8/layout/vProcess5"/>
    <dgm:cxn modelId="{512ED069-C7B7-43DE-8F2E-9AE3C0549F17}" type="presOf" srcId="{9FEA58C8-BC5A-40B7-AB82-0DEDE1C65ED8}" destId="{0E995B4A-77CA-4B20-A165-36A8FEF41C03}" srcOrd="0" destOrd="0" presId="urn:microsoft.com/office/officeart/2005/8/layout/vProcess5"/>
    <dgm:cxn modelId="{9258A195-0CAE-48F0-BF68-3D55EE388087}" type="presOf" srcId="{651CBAB0-BB96-40EA-9A51-F286E580991D}" destId="{10ED7BBA-3326-4D0A-B45F-8DA8DF3F06DF}" srcOrd="0" destOrd="0" presId="urn:microsoft.com/office/officeart/2005/8/layout/vProcess5"/>
    <dgm:cxn modelId="{5524EBB4-1378-400C-86ED-052A6F7678F8}" type="presOf" srcId="{588DD944-755C-45E9-92C3-8561B934072E}" destId="{2010F1BF-19CA-466E-AF1B-B7AB4766CE12}" srcOrd="0" destOrd="0" presId="urn:microsoft.com/office/officeart/2005/8/layout/vProcess5"/>
    <dgm:cxn modelId="{8893A1D5-00CA-41D2-9156-960CEC26A192}" srcId="{C9D6A86C-2258-4103-94BE-3EB1947447AB}" destId="{651CBAB0-BB96-40EA-9A51-F286E580991D}" srcOrd="2" destOrd="0" parTransId="{8945C836-2654-4ECD-8576-20448D032773}" sibTransId="{C5430DB5-F9ED-4C7C-9D32-BBB279835ABD}"/>
    <dgm:cxn modelId="{5705C4F0-C9E0-4640-81F6-BD2C794D1FE6}" type="presOf" srcId="{588DD944-755C-45E9-92C3-8561B934072E}" destId="{EF751AE0-8F9D-4011-8DCC-3BA6AD821B86}" srcOrd="1" destOrd="0" presId="urn:microsoft.com/office/officeart/2005/8/layout/vProcess5"/>
    <dgm:cxn modelId="{A83FE4F3-CC52-43AF-B5F2-7B04D8891D2F}" srcId="{C9D6A86C-2258-4103-94BE-3EB1947447AB}" destId="{588DD944-755C-45E9-92C3-8561B934072E}" srcOrd="1" destOrd="0" parTransId="{E3EEF0F0-13CF-4201-875F-365CBE915D01}" sibTransId="{095EA184-710D-4243-A2CF-A4783CEFF3C3}"/>
    <dgm:cxn modelId="{C191F056-7BE9-4B79-9659-8360F12C9435}" type="presParOf" srcId="{ED889646-F58E-432A-B1BE-DF9E61ECD689}" destId="{C735F301-F84C-4CB2-994A-56F5FD6296BA}" srcOrd="0" destOrd="0" presId="urn:microsoft.com/office/officeart/2005/8/layout/vProcess5"/>
    <dgm:cxn modelId="{43C1E142-1E63-4EB3-87E8-5457880334EA}" type="presParOf" srcId="{ED889646-F58E-432A-B1BE-DF9E61ECD689}" destId="{0E995B4A-77CA-4B20-A165-36A8FEF41C03}" srcOrd="1" destOrd="0" presId="urn:microsoft.com/office/officeart/2005/8/layout/vProcess5"/>
    <dgm:cxn modelId="{CF7779E3-830B-44AD-A271-7A989B2C2583}" type="presParOf" srcId="{ED889646-F58E-432A-B1BE-DF9E61ECD689}" destId="{2010F1BF-19CA-466E-AF1B-B7AB4766CE12}" srcOrd="2" destOrd="0" presId="urn:microsoft.com/office/officeart/2005/8/layout/vProcess5"/>
    <dgm:cxn modelId="{2B62AEFA-B021-4D9E-AC36-C5BA298B5BAB}" type="presParOf" srcId="{ED889646-F58E-432A-B1BE-DF9E61ECD689}" destId="{10ED7BBA-3326-4D0A-B45F-8DA8DF3F06DF}" srcOrd="3" destOrd="0" presId="urn:microsoft.com/office/officeart/2005/8/layout/vProcess5"/>
    <dgm:cxn modelId="{1B8CABCC-DD0F-40A2-AA42-439A92E0B426}" type="presParOf" srcId="{ED889646-F58E-432A-B1BE-DF9E61ECD689}" destId="{C95E3FD4-9988-496D-8CBF-5A7D99A0BE9C}" srcOrd="4" destOrd="0" presId="urn:microsoft.com/office/officeart/2005/8/layout/vProcess5"/>
    <dgm:cxn modelId="{647BC4C1-6C66-4536-8F60-1F6F693B6198}" type="presParOf" srcId="{ED889646-F58E-432A-B1BE-DF9E61ECD689}" destId="{A6C17D7F-8C49-429F-A087-2EEAB70EBC25}" srcOrd="5" destOrd="0" presId="urn:microsoft.com/office/officeart/2005/8/layout/vProcess5"/>
    <dgm:cxn modelId="{36196D75-FC8C-41A4-AB01-2D8D86FB47A2}" type="presParOf" srcId="{ED889646-F58E-432A-B1BE-DF9E61ECD689}" destId="{3DDD7689-615D-4451-9219-D13765357A7E}" srcOrd="6" destOrd="0" presId="urn:microsoft.com/office/officeart/2005/8/layout/vProcess5"/>
    <dgm:cxn modelId="{33B9AFDF-8BC4-4A8D-B466-760E51F44952}" type="presParOf" srcId="{ED889646-F58E-432A-B1BE-DF9E61ECD689}" destId="{EF751AE0-8F9D-4011-8DCC-3BA6AD821B86}" srcOrd="7" destOrd="0" presId="urn:microsoft.com/office/officeart/2005/8/layout/vProcess5"/>
    <dgm:cxn modelId="{8E20DFB8-BF80-4986-BDB6-89796B7A0B3A}" type="presParOf" srcId="{ED889646-F58E-432A-B1BE-DF9E61ECD689}" destId="{86036135-64D8-41CE-A122-FCF6B381F75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D356D1-09C2-485B-8888-3BD09ECDACCC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83C4F7-FE93-4A37-A889-1EA11A21F6F6}">
      <dgm:prSet/>
      <dgm:spPr/>
      <dgm:t>
        <a:bodyPr/>
        <a:lstStyle/>
        <a:p>
          <a:r>
            <a:rPr lang="es-MX" b="1" i="0" baseline="0" dirty="0"/>
            <a:t>Protección Ciudadana:</a:t>
          </a:r>
          <a:r>
            <a:rPr lang="es-MX" b="0" i="0" baseline="0" dirty="0"/>
            <a:t> Alertas personalizadas para grupos de riesgo (niños, deportistas y adultos mayores)</a:t>
          </a:r>
          <a:endParaRPr lang="en-US" dirty="0"/>
        </a:p>
      </dgm:t>
    </dgm:pt>
    <dgm:pt modelId="{CBFA5478-518F-44D4-9523-17226C996D0F}" type="parTrans" cxnId="{F0E8881C-7BC6-4C4A-A9AC-E32629D2635E}">
      <dgm:prSet/>
      <dgm:spPr/>
      <dgm:t>
        <a:bodyPr/>
        <a:lstStyle/>
        <a:p>
          <a:endParaRPr lang="en-US"/>
        </a:p>
      </dgm:t>
    </dgm:pt>
    <dgm:pt modelId="{45550ECC-411A-4E74-A366-B2A0084ED0BA}" type="sibTrans" cxnId="{F0E8881C-7BC6-4C4A-A9AC-E32629D2635E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34CA514-F7C8-446C-905F-48FF5BE0CC35}">
      <dgm:prSet/>
      <dgm:spPr/>
      <dgm:t>
        <a:bodyPr/>
        <a:lstStyle/>
        <a:p>
          <a:r>
            <a:rPr lang="es-MX" b="1" i="0" baseline="0"/>
            <a:t>Gobiernos Inteligentes:</a:t>
          </a:r>
          <a:r>
            <a:rPr lang="es-MX" b="0" i="0" baseline="0"/>
            <a:t> Decisiones basadas en datos para regular el tráfico y las industrias.</a:t>
          </a:r>
          <a:endParaRPr lang="en-US"/>
        </a:p>
      </dgm:t>
    </dgm:pt>
    <dgm:pt modelId="{E2E07803-AD16-499A-AFB5-A8931426FBC8}" type="parTrans" cxnId="{C100F3DF-EDF1-43DA-962F-88263FDBD14A}">
      <dgm:prSet/>
      <dgm:spPr/>
      <dgm:t>
        <a:bodyPr/>
        <a:lstStyle/>
        <a:p>
          <a:endParaRPr lang="en-US"/>
        </a:p>
      </dgm:t>
    </dgm:pt>
    <dgm:pt modelId="{5F156FC0-E7C0-48C4-8521-B572789E4A41}" type="sibTrans" cxnId="{C100F3DF-EDF1-43DA-962F-88263FDBD14A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1831A3D6-42AE-41AE-93C1-C25628B8F292}">
      <dgm:prSet/>
      <dgm:spPr/>
      <dgm:t>
        <a:bodyPr/>
        <a:lstStyle/>
        <a:p>
          <a:r>
            <a:rPr lang="es-MX" b="1" i="0" baseline="0"/>
            <a:t>Planificación Urbana:</a:t>
          </a:r>
          <a:r>
            <a:rPr lang="es-MX" b="0" i="0" baseline="0"/>
            <a:t> Identificación de zonas críticas donde urge plantar árboles o crear parques.</a:t>
          </a:r>
          <a:endParaRPr lang="en-US"/>
        </a:p>
      </dgm:t>
    </dgm:pt>
    <dgm:pt modelId="{A67B9BBC-AB4F-4B69-B1C7-C9332251E777}" type="parTrans" cxnId="{5436946A-1F6F-46D4-8CFE-9D0EA76A32CE}">
      <dgm:prSet/>
      <dgm:spPr/>
      <dgm:t>
        <a:bodyPr/>
        <a:lstStyle/>
        <a:p>
          <a:endParaRPr lang="en-US"/>
        </a:p>
      </dgm:t>
    </dgm:pt>
    <dgm:pt modelId="{87DEF2BC-9A55-4850-B595-32962DFEA720}" type="sibTrans" cxnId="{5436946A-1F6F-46D4-8CFE-9D0EA76A32CE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B25EB44-B541-4885-A60A-4FE56718CA9F}">
      <dgm:prSet/>
      <dgm:spPr/>
      <dgm:t>
        <a:bodyPr/>
        <a:lstStyle/>
        <a:p>
          <a:r>
            <a:rPr lang="es-MX" b="1" i="0" baseline="0"/>
            <a:t>Prevención, no Reacción:</a:t>
          </a:r>
          <a:r>
            <a:rPr lang="es-MX" b="0" i="0" baseline="0"/>
            <a:t> Actuar antes de que la contaminación llegue a niveles peligrosos.</a:t>
          </a:r>
          <a:endParaRPr lang="en-US"/>
        </a:p>
      </dgm:t>
    </dgm:pt>
    <dgm:pt modelId="{CDA4DA2D-5C46-4831-9A2E-92F578429A1F}" type="parTrans" cxnId="{0D04385B-2E11-4E89-8D7D-EF43156FEADA}">
      <dgm:prSet/>
      <dgm:spPr/>
      <dgm:t>
        <a:bodyPr/>
        <a:lstStyle/>
        <a:p>
          <a:endParaRPr lang="en-US"/>
        </a:p>
      </dgm:t>
    </dgm:pt>
    <dgm:pt modelId="{B994257F-7EA7-4BAD-A788-D3CC9742AA0F}" type="sibTrans" cxnId="{0D04385B-2E11-4E89-8D7D-EF43156FEADA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048C7D05-ED57-4C2A-9A3C-3563C5EE5D7C}" type="pres">
      <dgm:prSet presAssocID="{76D356D1-09C2-485B-8888-3BD09ECDACCC}" presName="Name0" presStyleCnt="0">
        <dgm:presLayoutVars>
          <dgm:animLvl val="lvl"/>
          <dgm:resizeHandles val="exact"/>
        </dgm:presLayoutVars>
      </dgm:prSet>
      <dgm:spPr/>
    </dgm:pt>
    <dgm:pt modelId="{7BFF0F0F-8E4B-423F-8E06-C7BAD7919633}" type="pres">
      <dgm:prSet presAssocID="{8283C4F7-FE93-4A37-A889-1EA11A21F6F6}" presName="compositeNode" presStyleCnt="0">
        <dgm:presLayoutVars>
          <dgm:bulletEnabled val="1"/>
        </dgm:presLayoutVars>
      </dgm:prSet>
      <dgm:spPr/>
    </dgm:pt>
    <dgm:pt modelId="{0CCD2493-E8E9-4F55-BDFC-1B0CE4853B9F}" type="pres">
      <dgm:prSet presAssocID="{8283C4F7-FE93-4A37-A889-1EA11A21F6F6}" presName="bgRect" presStyleLbl="alignNode1" presStyleIdx="0" presStyleCnt="4" custLinFactNeighborX="-672"/>
      <dgm:spPr/>
    </dgm:pt>
    <dgm:pt modelId="{8D437211-6B47-41AC-A428-040984B4778F}" type="pres">
      <dgm:prSet presAssocID="{45550ECC-411A-4E74-A366-B2A0084ED0BA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FCD7C700-2205-4E02-84D9-D74D878A97C6}" type="pres">
      <dgm:prSet presAssocID="{8283C4F7-FE93-4A37-A889-1EA11A21F6F6}" presName="nodeRect" presStyleLbl="alignNode1" presStyleIdx="0" presStyleCnt="4">
        <dgm:presLayoutVars>
          <dgm:bulletEnabled val="1"/>
        </dgm:presLayoutVars>
      </dgm:prSet>
      <dgm:spPr/>
    </dgm:pt>
    <dgm:pt modelId="{69D8D052-F2BC-43CE-9D30-2C2E8EA150E8}" type="pres">
      <dgm:prSet presAssocID="{45550ECC-411A-4E74-A366-B2A0084ED0BA}" presName="sibTrans" presStyleCnt="0"/>
      <dgm:spPr/>
    </dgm:pt>
    <dgm:pt modelId="{4C9FB287-0025-415B-9FD6-8C0AD22A0295}" type="pres">
      <dgm:prSet presAssocID="{C34CA514-F7C8-446C-905F-48FF5BE0CC35}" presName="compositeNode" presStyleCnt="0">
        <dgm:presLayoutVars>
          <dgm:bulletEnabled val="1"/>
        </dgm:presLayoutVars>
      </dgm:prSet>
      <dgm:spPr/>
    </dgm:pt>
    <dgm:pt modelId="{2C6EFFCF-6F4C-41F6-ADDB-8E05B51ECC21}" type="pres">
      <dgm:prSet presAssocID="{C34CA514-F7C8-446C-905F-48FF5BE0CC35}" presName="bgRect" presStyleLbl="alignNode1" presStyleIdx="1" presStyleCnt="4"/>
      <dgm:spPr/>
    </dgm:pt>
    <dgm:pt modelId="{23A1F4A2-1E65-4637-B698-F9E8C246DF93}" type="pres">
      <dgm:prSet presAssocID="{5F156FC0-E7C0-48C4-8521-B572789E4A41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59EE8EF6-B69D-476C-931D-C6EC5A60D9FA}" type="pres">
      <dgm:prSet presAssocID="{C34CA514-F7C8-446C-905F-48FF5BE0CC35}" presName="nodeRect" presStyleLbl="alignNode1" presStyleIdx="1" presStyleCnt="4">
        <dgm:presLayoutVars>
          <dgm:bulletEnabled val="1"/>
        </dgm:presLayoutVars>
      </dgm:prSet>
      <dgm:spPr/>
    </dgm:pt>
    <dgm:pt modelId="{D103B14C-38AF-42B7-95EF-E7FF5AB4020C}" type="pres">
      <dgm:prSet presAssocID="{5F156FC0-E7C0-48C4-8521-B572789E4A41}" presName="sibTrans" presStyleCnt="0"/>
      <dgm:spPr/>
    </dgm:pt>
    <dgm:pt modelId="{0D4845D0-210F-48BA-89B4-6B22178BCAFC}" type="pres">
      <dgm:prSet presAssocID="{1831A3D6-42AE-41AE-93C1-C25628B8F292}" presName="compositeNode" presStyleCnt="0">
        <dgm:presLayoutVars>
          <dgm:bulletEnabled val="1"/>
        </dgm:presLayoutVars>
      </dgm:prSet>
      <dgm:spPr/>
    </dgm:pt>
    <dgm:pt modelId="{A457C2F1-48A5-4D1B-B711-6099E35F0607}" type="pres">
      <dgm:prSet presAssocID="{1831A3D6-42AE-41AE-93C1-C25628B8F292}" presName="bgRect" presStyleLbl="alignNode1" presStyleIdx="2" presStyleCnt="4"/>
      <dgm:spPr/>
    </dgm:pt>
    <dgm:pt modelId="{E49BF686-5036-451A-B116-3C04A07A4F36}" type="pres">
      <dgm:prSet presAssocID="{87DEF2BC-9A55-4850-B595-32962DFEA720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63654BE5-1377-4DF7-A0A5-3A7326D69EBE}" type="pres">
      <dgm:prSet presAssocID="{1831A3D6-42AE-41AE-93C1-C25628B8F292}" presName="nodeRect" presStyleLbl="alignNode1" presStyleIdx="2" presStyleCnt="4">
        <dgm:presLayoutVars>
          <dgm:bulletEnabled val="1"/>
        </dgm:presLayoutVars>
      </dgm:prSet>
      <dgm:spPr/>
    </dgm:pt>
    <dgm:pt modelId="{A5D50524-A11C-48E4-8FC3-C9E462CFBA36}" type="pres">
      <dgm:prSet presAssocID="{87DEF2BC-9A55-4850-B595-32962DFEA720}" presName="sibTrans" presStyleCnt="0"/>
      <dgm:spPr/>
    </dgm:pt>
    <dgm:pt modelId="{0C68D836-4424-48FC-9716-C598DA2B6A0B}" type="pres">
      <dgm:prSet presAssocID="{CB25EB44-B541-4885-A60A-4FE56718CA9F}" presName="compositeNode" presStyleCnt="0">
        <dgm:presLayoutVars>
          <dgm:bulletEnabled val="1"/>
        </dgm:presLayoutVars>
      </dgm:prSet>
      <dgm:spPr/>
    </dgm:pt>
    <dgm:pt modelId="{5E7FD414-7BA5-4BB5-AB45-23A9141FC202}" type="pres">
      <dgm:prSet presAssocID="{CB25EB44-B541-4885-A60A-4FE56718CA9F}" presName="bgRect" presStyleLbl="alignNode1" presStyleIdx="3" presStyleCnt="4"/>
      <dgm:spPr/>
    </dgm:pt>
    <dgm:pt modelId="{527D8DE4-DCA0-4EAD-8FF4-7EDA30813B54}" type="pres">
      <dgm:prSet presAssocID="{B994257F-7EA7-4BAD-A788-D3CC9742AA0F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D22BAE85-681E-407E-A259-0660A4B67EAE}" type="pres">
      <dgm:prSet presAssocID="{CB25EB44-B541-4885-A60A-4FE56718CA9F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B1220610-7AA2-47BE-82F5-5E2D315811EB}" type="presOf" srcId="{8283C4F7-FE93-4A37-A889-1EA11A21F6F6}" destId="{0CCD2493-E8E9-4F55-BDFC-1B0CE4853B9F}" srcOrd="0" destOrd="0" presId="urn:microsoft.com/office/officeart/2016/7/layout/LinearBlockProcessNumbered"/>
    <dgm:cxn modelId="{F0E8881C-7BC6-4C4A-A9AC-E32629D2635E}" srcId="{76D356D1-09C2-485B-8888-3BD09ECDACCC}" destId="{8283C4F7-FE93-4A37-A889-1EA11A21F6F6}" srcOrd="0" destOrd="0" parTransId="{CBFA5478-518F-44D4-9523-17226C996D0F}" sibTransId="{45550ECC-411A-4E74-A366-B2A0084ED0BA}"/>
    <dgm:cxn modelId="{57B64D1F-2C60-4F0B-9FDC-D35A47566E27}" type="presOf" srcId="{87DEF2BC-9A55-4850-B595-32962DFEA720}" destId="{E49BF686-5036-451A-B116-3C04A07A4F36}" srcOrd="0" destOrd="0" presId="urn:microsoft.com/office/officeart/2016/7/layout/LinearBlockProcessNumbered"/>
    <dgm:cxn modelId="{8190FF2F-3A3F-48F3-B24A-AF75A2196DF5}" type="presOf" srcId="{1831A3D6-42AE-41AE-93C1-C25628B8F292}" destId="{A457C2F1-48A5-4D1B-B711-6099E35F0607}" srcOrd="0" destOrd="0" presId="urn:microsoft.com/office/officeart/2016/7/layout/LinearBlockProcessNumbered"/>
    <dgm:cxn modelId="{0D04385B-2E11-4E89-8D7D-EF43156FEADA}" srcId="{76D356D1-09C2-485B-8888-3BD09ECDACCC}" destId="{CB25EB44-B541-4885-A60A-4FE56718CA9F}" srcOrd="3" destOrd="0" parTransId="{CDA4DA2D-5C46-4831-9A2E-92F578429A1F}" sibTransId="{B994257F-7EA7-4BAD-A788-D3CC9742AA0F}"/>
    <dgm:cxn modelId="{5436946A-1F6F-46D4-8CFE-9D0EA76A32CE}" srcId="{76D356D1-09C2-485B-8888-3BD09ECDACCC}" destId="{1831A3D6-42AE-41AE-93C1-C25628B8F292}" srcOrd="2" destOrd="0" parTransId="{A67B9BBC-AB4F-4B69-B1C7-C9332251E777}" sibTransId="{87DEF2BC-9A55-4850-B595-32962DFEA720}"/>
    <dgm:cxn modelId="{245EC255-57B6-4B40-BB27-E7976B67C116}" type="presOf" srcId="{C34CA514-F7C8-446C-905F-48FF5BE0CC35}" destId="{2C6EFFCF-6F4C-41F6-ADDB-8E05B51ECC21}" srcOrd="0" destOrd="0" presId="urn:microsoft.com/office/officeart/2016/7/layout/LinearBlockProcessNumbered"/>
    <dgm:cxn modelId="{A01BDC89-9C85-4C59-B7FB-EF465493227D}" type="presOf" srcId="{5F156FC0-E7C0-48C4-8521-B572789E4A41}" destId="{23A1F4A2-1E65-4637-B698-F9E8C246DF93}" srcOrd="0" destOrd="0" presId="urn:microsoft.com/office/officeart/2016/7/layout/LinearBlockProcessNumbered"/>
    <dgm:cxn modelId="{F383B092-61F0-4222-880F-E1EAAB588234}" type="presOf" srcId="{1831A3D6-42AE-41AE-93C1-C25628B8F292}" destId="{63654BE5-1377-4DF7-A0A5-3A7326D69EBE}" srcOrd="1" destOrd="0" presId="urn:microsoft.com/office/officeart/2016/7/layout/LinearBlockProcessNumbered"/>
    <dgm:cxn modelId="{7015149A-C191-4CEA-B7DE-B39A8B5BC903}" type="presOf" srcId="{76D356D1-09C2-485B-8888-3BD09ECDACCC}" destId="{048C7D05-ED57-4C2A-9A3C-3563C5EE5D7C}" srcOrd="0" destOrd="0" presId="urn:microsoft.com/office/officeart/2016/7/layout/LinearBlockProcessNumbered"/>
    <dgm:cxn modelId="{952876A2-B377-4B34-A1C1-72CDBD91C2F9}" type="presOf" srcId="{8283C4F7-FE93-4A37-A889-1EA11A21F6F6}" destId="{FCD7C700-2205-4E02-84D9-D74D878A97C6}" srcOrd="1" destOrd="0" presId="urn:microsoft.com/office/officeart/2016/7/layout/LinearBlockProcessNumbered"/>
    <dgm:cxn modelId="{6C5D40AD-3D9F-49F6-BE23-D5B636B0A223}" type="presOf" srcId="{CB25EB44-B541-4885-A60A-4FE56718CA9F}" destId="{5E7FD414-7BA5-4BB5-AB45-23A9141FC202}" srcOrd="0" destOrd="0" presId="urn:microsoft.com/office/officeart/2016/7/layout/LinearBlockProcessNumbered"/>
    <dgm:cxn modelId="{BEEF8AB4-9B80-4531-A5F9-09A611C0CF4D}" type="presOf" srcId="{B994257F-7EA7-4BAD-A788-D3CC9742AA0F}" destId="{527D8DE4-DCA0-4EAD-8FF4-7EDA30813B54}" srcOrd="0" destOrd="0" presId="urn:microsoft.com/office/officeart/2016/7/layout/LinearBlockProcessNumbered"/>
    <dgm:cxn modelId="{AD3F6BD1-5D51-4052-9366-D0FCAC3AE78B}" type="presOf" srcId="{45550ECC-411A-4E74-A366-B2A0084ED0BA}" destId="{8D437211-6B47-41AC-A428-040984B4778F}" srcOrd="0" destOrd="0" presId="urn:microsoft.com/office/officeart/2016/7/layout/LinearBlockProcessNumbered"/>
    <dgm:cxn modelId="{C100F3DF-EDF1-43DA-962F-88263FDBD14A}" srcId="{76D356D1-09C2-485B-8888-3BD09ECDACCC}" destId="{C34CA514-F7C8-446C-905F-48FF5BE0CC35}" srcOrd="1" destOrd="0" parTransId="{E2E07803-AD16-499A-AFB5-A8931426FBC8}" sibTransId="{5F156FC0-E7C0-48C4-8521-B572789E4A41}"/>
    <dgm:cxn modelId="{91899DE5-EEFF-4ACD-A8F6-740F877A3A43}" type="presOf" srcId="{C34CA514-F7C8-446C-905F-48FF5BE0CC35}" destId="{59EE8EF6-B69D-476C-931D-C6EC5A60D9FA}" srcOrd="1" destOrd="0" presId="urn:microsoft.com/office/officeart/2016/7/layout/LinearBlockProcessNumbered"/>
    <dgm:cxn modelId="{ADAF21F2-2CA4-4270-87B3-CC8FC408FF7E}" type="presOf" srcId="{CB25EB44-B541-4885-A60A-4FE56718CA9F}" destId="{D22BAE85-681E-407E-A259-0660A4B67EAE}" srcOrd="1" destOrd="0" presId="urn:microsoft.com/office/officeart/2016/7/layout/LinearBlockProcessNumbered"/>
    <dgm:cxn modelId="{26858787-46EF-4DFE-ADAA-DC29467EE29C}" type="presParOf" srcId="{048C7D05-ED57-4C2A-9A3C-3563C5EE5D7C}" destId="{7BFF0F0F-8E4B-423F-8E06-C7BAD7919633}" srcOrd="0" destOrd="0" presId="urn:microsoft.com/office/officeart/2016/7/layout/LinearBlockProcessNumbered"/>
    <dgm:cxn modelId="{BDFF5E48-FC52-47BD-96A9-051AAE71C045}" type="presParOf" srcId="{7BFF0F0F-8E4B-423F-8E06-C7BAD7919633}" destId="{0CCD2493-E8E9-4F55-BDFC-1B0CE4853B9F}" srcOrd="0" destOrd="0" presId="urn:microsoft.com/office/officeart/2016/7/layout/LinearBlockProcessNumbered"/>
    <dgm:cxn modelId="{E0C620B5-AF6C-4D57-A941-EC56AFE83579}" type="presParOf" srcId="{7BFF0F0F-8E4B-423F-8E06-C7BAD7919633}" destId="{8D437211-6B47-41AC-A428-040984B4778F}" srcOrd="1" destOrd="0" presId="urn:microsoft.com/office/officeart/2016/7/layout/LinearBlockProcessNumbered"/>
    <dgm:cxn modelId="{3D51B8A9-2389-4AB1-976A-CE4725075B5B}" type="presParOf" srcId="{7BFF0F0F-8E4B-423F-8E06-C7BAD7919633}" destId="{FCD7C700-2205-4E02-84D9-D74D878A97C6}" srcOrd="2" destOrd="0" presId="urn:microsoft.com/office/officeart/2016/7/layout/LinearBlockProcessNumbered"/>
    <dgm:cxn modelId="{3CC0B84E-27EB-44E5-9BCA-3960F6AFA4B1}" type="presParOf" srcId="{048C7D05-ED57-4C2A-9A3C-3563C5EE5D7C}" destId="{69D8D052-F2BC-43CE-9D30-2C2E8EA150E8}" srcOrd="1" destOrd="0" presId="urn:microsoft.com/office/officeart/2016/7/layout/LinearBlockProcessNumbered"/>
    <dgm:cxn modelId="{48B43533-42B3-4434-981C-31A78446840D}" type="presParOf" srcId="{048C7D05-ED57-4C2A-9A3C-3563C5EE5D7C}" destId="{4C9FB287-0025-415B-9FD6-8C0AD22A0295}" srcOrd="2" destOrd="0" presId="urn:microsoft.com/office/officeart/2016/7/layout/LinearBlockProcessNumbered"/>
    <dgm:cxn modelId="{B26BB70B-4AB9-4E8F-99DF-5A6092CC4484}" type="presParOf" srcId="{4C9FB287-0025-415B-9FD6-8C0AD22A0295}" destId="{2C6EFFCF-6F4C-41F6-ADDB-8E05B51ECC21}" srcOrd="0" destOrd="0" presId="urn:microsoft.com/office/officeart/2016/7/layout/LinearBlockProcessNumbered"/>
    <dgm:cxn modelId="{A9177477-4A03-4DBF-B355-20209A0BBB33}" type="presParOf" srcId="{4C9FB287-0025-415B-9FD6-8C0AD22A0295}" destId="{23A1F4A2-1E65-4637-B698-F9E8C246DF93}" srcOrd="1" destOrd="0" presId="urn:microsoft.com/office/officeart/2016/7/layout/LinearBlockProcessNumbered"/>
    <dgm:cxn modelId="{B5FFCE53-1CB2-4BCB-9BBE-0379BC957742}" type="presParOf" srcId="{4C9FB287-0025-415B-9FD6-8C0AD22A0295}" destId="{59EE8EF6-B69D-476C-931D-C6EC5A60D9FA}" srcOrd="2" destOrd="0" presId="urn:microsoft.com/office/officeart/2016/7/layout/LinearBlockProcessNumbered"/>
    <dgm:cxn modelId="{9472370F-709D-4076-AC7A-C5D510795C77}" type="presParOf" srcId="{048C7D05-ED57-4C2A-9A3C-3563C5EE5D7C}" destId="{D103B14C-38AF-42B7-95EF-E7FF5AB4020C}" srcOrd="3" destOrd="0" presId="urn:microsoft.com/office/officeart/2016/7/layout/LinearBlockProcessNumbered"/>
    <dgm:cxn modelId="{922E4086-3522-4DE9-A397-36C8FE9B720A}" type="presParOf" srcId="{048C7D05-ED57-4C2A-9A3C-3563C5EE5D7C}" destId="{0D4845D0-210F-48BA-89B4-6B22178BCAFC}" srcOrd="4" destOrd="0" presId="urn:microsoft.com/office/officeart/2016/7/layout/LinearBlockProcessNumbered"/>
    <dgm:cxn modelId="{5F06858A-9A35-4052-A2E1-3FBFE98E3A6E}" type="presParOf" srcId="{0D4845D0-210F-48BA-89B4-6B22178BCAFC}" destId="{A457C2F1-48A5-4D1B-B711-6099E35F0607}" srcOrd="0" destOrd="0" presId="urn:microsoft.com/office/officeart/2016/7/layout/LinearBlockProcessNumbered"/>
    <dgm:cxn modelId="{CB966077-8ED7-4EF1-84D0-C8EC44285396}" type="presParOf" srcId="{0D4845D0-210F-48BA-89B4-6B22178BCAFC}" destId="{E49BF686-5036-451A-B116-3C04A07A4F36}" srcOrd="1" destOrd="0" presId="urn:microsoft.com/office/officeart/2016/7/layout/LinearBlockProcessNumbered"/>
    <dgm:cxn modelId="{C74CFCF1-8BB3-4873-8143-030691C7F602}" type="presParOf" srcId="{0D4845D0-210F-48BA-89B4-6B22178BCAFC}" destId="{63654BE5-1377-4DF7-A0A5-3A7326D69EBE}" srcOrd="2" destOrd="0" presId="urn:microsoft.com/office/officeart/2016/7/layout/LinearBlockProcessNumbered"/>
    <dgm:cxn modelId="{EB86A9F3-BF57-41AD-9792-93480231DB48}" type="presParOf" srcId="{048C7D05-ED57-4C2A-9A3C-3563C5EE5D7C}" destId="{A5D50524-A11C-48E4-8FC3-C9E462CFBA36}" srcOrd="5" destOrd="0" presId="urn:microsoft.com/office/officeart/2016/7/layout/LinearBlockProcessNumbered"/>
    <dgm:cxn modelId="{04696592-2F38-46C5-9CA4-793E4516393A}" type="presParOf" srcId="{048C7D05-ED57-4C2A-9A3C-3563C5EE5D7C}" destId="{0C68D836-4424-48FC-9716-C598DA2B6A0B}" srcOrd="6" destOrd="0" presId="urn:microsoft.com/office/officeart/2016/7/layout/LinearBlockProcessNumbered"/>
    <dgm:cxn modelId="{1F11E88A-A21C-4AB2-8225-B9FFE3C653C5}" type="presParOf" srcId="{0C68D836-4424-48FC-9716-C598DA2B6A0B}" destId="{5E7FD414-7BA5-4BB5-AB45-23A9141FC202}" srcOrd="0" destOrd="0" presId="urn:microsoft.com/office/officeart/2016/7/layout/LinearBlockProcessNumbered"/>
    <dgm:cxn modelId="{7A4C2595-414E-4DDE-9FAA-3FEE8B31B99C}" type="presParOf" srcId="{0C68D836-4424-48FC-9716-C598DA2B6A0B}" destId="{527D8DE4-DCA0-4EAD-8FF4-7EDA30813B54}" srcOrd="1" destOrd="0" presId="urn:microsoft.com/office/officeart/2016/7/layout/LinearBlockProcessNumbered"/>
    <dgm:cxn modelId="{C9F46D1E-E255-408F-8499-CC3C76BA8FF8}" type="presParOf" srcId="{0C68D836-4424-48FC-9716-C598DA2B6A0B}" destId="{D22BAE85-681E-407E-A259-0660A4B67EA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47910-9AAC-4A91-AEF5-0E555FAC46AC}">
      <dsp:nvSpPr>
        <dsp:cNvPr id="0" name=""/>
        <dsp:cNvSpPr/>
      </dsp:nvSpPr>
      <dsp:spPr>
        <a:xfrm>
          <a:off x="1666837" y="8575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A4F79-0D16-446E-9580-76AC0FE1CDF4}">
      <dsp:nvSpPr>
        <dsp:cNvPr id="0" name=""/>
        <dsp:cNvSpPr/>
      </dsp:nvSpPr>
      <dsp:spPr>
        <a:xfrm>
          <a:off x="478837" y="250006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0" i="0" kern="1200" baseline="0"/>
            <a:t>La contaminación no es solo "humo", son partículas invisibles.</a:t>
          </a:r>
          <a:endParaRPr lang="en-US" sz="2000" kern="1200"/>
        </a:p>
      </dsp:txBody>
      <dsp:txXfrm>
        <a:off x="478837" y="2500062"/>
        <a:ext cx="4320000" cy="720000"/>
      </dsp:txXfrm>
    </dsp:sp>
    <dsp:sp modelId="{E8CD0EE3-C05C-4195-94B9-C926D27305FC}">
      <dsp:nvSpPr>
        <dsp:cNvPr id="0" name=""/>
        <dsp:cNvSpPr/>
      </dsp:nvSpPr>
      <dsp:spPr>
        <a:xfrm>
          <a:off x="6742837" y="8575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77D65-1762-4661-8E6B-55C373A776B4}">
      <dsp:nvSpPr>
        <dsp:cNvPr id="0" name=""/>
        <dsp:cNvSpPr/>
      </dsp:nvSpPr>
      <dsp:spPr>
        <a:xfrm>
          <a:off x="5554837" y="250006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0" i="0" kern="1200" baseline="0"/>
            <a:t>Las ciudades son "ollas a presión": tráfico + industria + falta de árboles.</a:t>
          </a:r>
          <a:endParaRPr lang="en-US" sz="2000" kern="1200"/>
        </a:p>
      </dsp:txBody>
      <dsp:txXfrm>
        <a:off x="5554837" y="2500062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B3D2C-FAD9-4623-BCA2-F9EF05652F99}">
      <dsp:nvSpPr>
        <dsp:cNvPr id="0" name=""/>
        <dsp:cNvSpPr/>
      </dsp:nvSpPr>
      <dsp:spPr>
        <a:xfrm>
          <a:off x="0" y="0"/>
          <a:ext cx="634220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algn="ctr" rotWithShape="0">
            <a:srgbClr val="000000">
              <a:alpha val="76000"/>
            </a:srgbClr>
          </a:outerShdw>
        </a:effectLst>
        <a:scene3d>
          <a:camera prst="orthographicFront">
            <a:rot lat="0" lon="0" rev="0"/>
          </a:camera>
          <a:lightRig rig="balanced" dir="t"/>
        </a:scene3d>
        <a:sp3d prstMaterial="matte">
          <a:bevelT w="25400" h="25400" prst="relaxedInset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6674641-6238-4CBB-A83E-DC00B327F22B}">
      <dsp:nvSpPr>
        <dsp:cNvPr id="0" name=""/>
        <dsp:cNvSpPr/>
      </dsp:nvSpPr>
      <dsp:spPr>
        <a:xfrm>
          <a:off x="0" y="0"/>
          <a:ext cx="6342205" cy="1847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b="0" i="0" kern="1200" baseline="0"/>
            <a:t>El asfalto y el concreto guardan el calor.</a:t>
          </a:r>
          <a:endParaRPr lang="en-US" sz="3600" kern="1200"/>
        </a:p>
      </dsp:txBody>
      <dsp:txXfrm>
        <a:off x="0" y="0"/>
        <a:ext cx="6342205" cy="1847567"/>
      </dsp:txXfrm>
    </dsp:sp>
    <dsp:sp modelId="{31FBC5FD-7A13-4FEF-AE59-EFD91A415F2D}">
      <dsp:nvSpPr>
        <dsp:cNvPr id="0" name=""/>
        <dsp:cNvSpPr/>
      </dsp:nvSpPr>
      <dsp:spPr>
        <a:xfrm>
          <a:off x="0" y="1847567"/>
          <a:ext cx="634220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algn="ctr" rotWithShape="0">
            <a:srgbClr val="000000">
              <a:alpha val="76000"/>
            </a:srgbClr>
          </a:outerShdw>
        </a:effectLst>
        <a:scene3d>
          <a:camera prst="orthographicFront">
            <a:rot lat="0" lon="0" rev="0"/>
          </a:camera>
          <a:lightRig rig="balanced" dir="t"/>
        </a:scene3d>
        <a:sp3d prstMaterial="matte">
          <a:bevelT w="25400" h="25400" prst="relaxedInset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4E8CE22-E7BC-4815-86E7-0D66B0383232}">
      <dsp:nvSpPr>
        <dsp:cNvPr id="0" name=""/>
        <dsp:cNvSpPr/>
      </dsp:nvSpPr>
      <dsp:spPr>
        <a:xfrm>
          <a:off x="0" y="1847567"/>
          <a:ext cx="6342205" cy="1847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b="0" i="0" kern="1200" baseline="0"/>
            <a:t>A más calor, el aire se vuelve más tóxico químicamente (se forma Ozono)</a:t>
          </a:r>
          <a:endParaRPr lang="en-US" sz="3600" kern="1200"/>
        </a:p>
      </dsp:txBody>
      <dsp:txXfrm>
        <a:off x="0" y="1847567"/>
        <a:ext cx="6342205" cy="18475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FCE067-06FC-4049-A956-437CD1331177}">
      <dsp:nvSpPr>
        <dsp:cNvPr id="0" name=""/>
        <dsp:cNvSpPr/>
      </dsp:nvSpPr>
      <dsp:spPr>
        <a:xfrm>
          <a:off x="811761" y="655666"/>
          <a:ext cx="1306125" cy="1306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FEEF7-B3BF-4F58-B28B-96934A4EB505}">
      <dsp:nvSpPr>
        <dsp:cNvPr id="0" name=""/>
        <dsp:cNvSpPr/>
      </dsp:nvSpPr>
      <dsp:spPr>
        <a:xfrm>
          <a:off x="13573" y="2319469"/>
          <a:ext cx="290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0" i="0" kern="1200" baseline="0"/>
            <a:t>No son robots de película; es un sistema que aprende de los datos.</a:t>
          </a:r>
          <a:endParaRPr lang="en-US" sz="1400" kern="1200"/>
        </a:p>
      </dsp:txBody>
      <dsp:txXfrm>
        <a:off x="13573" y="2319469"/>
        <a:ext cx="2902500" cy="720000"/>
      </dsp:txXfrm>
    </dsp:sp>
    <dsp:sp modelId="{2B1C077E-7B90-4656-898B-46C16456BF88}">
      <dsp:nvSpPr>
        <dsp:cNvPr id="0" name=""/>
        <dsp:cNvSpPr/>
      </dsp:nvSpPr>
      <dsp:spPr>
        <a:xfrm>
          <a:off x="4222198" y="655666"/>
          <a:ext cx="1306125" cy="1306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18190-783F-4A1B-B33F-E37635400EB0}">
      <dsp:nvSpPr>
        <dsp:cNvPr id="0" name=""/>
        <dsp:cNvSpPr/>
      </dsp:nvSpPr>
      <dsp:spPr>
        <a:xfrm>
          <a:off x="3424011" y="2319469"/>
          <a:ext cx="290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i="0" kern="1200" baseline="0"/>
            <a:t>Machine Learning:</a:t>
          </a:r>
          <a:r>
            <a:rPr lang="es-MX" sz="1400" b="0" i="0" kern="1200" baseline="0"/>
            <a:t> Como un niño que aprende a reconocer patrones después de ver muchas fotos.</a:t>
          </a:r>
          <a:endParaRPr lang="en-US" sz="1400" kern="1200"/>
        </a:p>
      </dsp:txBody>
      <dsp:txXfrm>
        <a:off x="3424011" y="2319469"/>
        <a:ext cx="2902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95B4A-77CA-4B20-A165-36A8FEF41C03}">
      <dsp:nvSpPr>
        <dsp:cNvPr id="0" name=""/>
        <dsp:cNvSpPr/>
      </dsp:nvSpPr>
      <dsp:spPr>
        <a:xfrm>
          <a:off x="0" y="0"/>
          <a:ext cx="8800623" cy="9917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b="1" i="0" kern="1200" baseline="0"/>
            <a:t>Paso 1:</a:t>
          </a:r>
          <a:r>
            <a:rPr lang="es-MX" sz="2700" b="0" i="0" kern="1200" baseline="0"/>
            <a:t> Recolectar datos históricos (qué pasó antes).</a:t>
          </a:r>
          <a:endParaRPr lang="en-US" sz="2700" kern="1200"/>
        </a:p>
      </dsp:txBody>
      <dsp:txXfrm>
        <a:off x="29047" y="29047"/>
        <a:ext cx="7730452" cy="933652"/>
      </dsp:txXfrm>
    </dsp:sp>
    <dsp:sp modelId="{2010F1BF-19CA-466E-AF1B-B7AB4766CE12}">
      <dsp:nvSpPr>
        <dsp:cNvPr id="0" name=""/>
        <dsp:cNvSpPr/>
      </dsp:nvSpPr>
      <dsp:spPr>
        <a:xfrm>
          <a:off x="776525" y="1157037"/>
          <a:ext cx="8800623" cy="99174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b="1" i="0" kern="1200" baseline="0"/>
            <a:t>Paso 2:</a:t>
          </a:r>
          <a:r>
            <a:rPr lang="es-MX" sz="2700" b="0" i="0" kern="1200" baseline="0"/>
            <a:t> Entrenar al modelo (aprender la relación calor-tráfico-polución).</a:t>
          </a:r>
          <a:endParaRPr lang="en-US" sz="2700" kern="1200"/>
        </a:p>
      </dsp:txBody>
      <dsp:txXfrm>
        <a:off x="805572" y="1186084"/>
        <a:ext cx="7321369" cy="933652"/>
      </dsp:txXfrm>
    </dsp:sp>
    <dsp:sp modelId="{10ED7BBA-3326-4D0A-B45F-8DA8DF3F06DF}">
      <dsp:nvSpPr>
        <dsp:cNvPr id="0" name=""/>
        <dsp:cNvSpPr/>
      </dsp:nvSpPr>
      <dsp:spPr>
        <a:xfrm>
          <a:off x="1553051" y="2314074"/>
          <a:ext cx="8800623" cy="9917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b="1" i="0" kern="1200" baseline="0"/>
            <a:t>Paso 3:</a:t>
          </a:r>
          <a:r>
            <a:rPr lang="es-MX" sz="2700" b="0" i="0" kern="1200" baseline="0"/>
            <a:t> Predecir el futuro (qué pasará mañana).</a:t>
          </a:r>
          <a:endParaRPr lang="en-US" sz="2700" kern="1200"/>
        </a:p>
      </dsp:txBody>
      <dsp:txXfrm>
        <a:off x="1582098" y="2343121"/>
        <a:ext cx="7321369" cy="933652"/>
      </dsp:txXfrm>
    </dsp:sp>
    <dsp:sp modelId="{C95E3FD4-9988-496D-8CBF-5A7D99A0BE9C}">
      <dsp:nvSpPr>
        <dsp:cNvPr id="0" name=""/>
        <dsp:cNvSpPr/>
      </dsp:nvSpPr>
      <dsp:spPr>
        <a:xfrm>
          <a:off x="8155988" y="752074"/>
          <a:ext cx="644634" cy="64463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301031" y="752074"/>
        <a:ext cx="354548" cy="485087"/>
      </dsp:txXfrm>
    </dsp:sp>
    <dsp:sp modelId="{A6C17D7F-8C49-429F-A087-2EEAB70EBC25}">
      <dsp:nvSpPr>
        <dsp:cNvPr id="0" name=""/>
        <dsp:cNvSpPr/>
      </dsp:nvSpPr>
      <dsp:spPr>
        <a:xfrm>
          <a:off x="8932514" y="1902499"/>
          <a:ext cx="644634" cy="64463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9077557" y="1902499"/>
        <a:ext cx="354548" cy="4850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CD2493-E8E9-4F55-BDFC-1B0CE4853B9F}">
      <dsp:nvSpPr>
        <dsp:cNvPr id="0" name=""/>
        <dsp:cNvSpPr/>
      </dsp:nvSpPr>
      <dsp:spPr>
        <a:xfrm>
          <a:off x="0" y="1414632"/>
          <a:ext cx="1669818" cy="20037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941" tIns="0" rIns="1649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 dirty="0"/>
            <a:t>Protección Ciudadana:</a:t>
          </a:r>
          <a:r>
            <a:rPr lang="es-MX" sz="1100" b="0" i="0" kern="1200" baseline="0" dirty="0"/>
            <a:t> Alertas personalizadas para grupos de riesgo (niños, deportistas y adultos mayores)</a:t>
          </a:r>
          <a:endParaRPr lang="en-US" sz="1100" kern="1200" dirty="0"/>
        </a:p>
      </dsp:txBody>
      <dsp:txXfrm>
        <a:off x="0" y="2216145"/>
        <a:ext cx="1669818" cy="1202269"/>
      </dsp:txXfrm>
    </dsp:sp>
    <dsp:sp modelId="{8D437211-6B47-41AC-A428-040984B4778F}">
      <dsp:nvSpPr>
        <dsp:cNvPr id="0" name=""/>
        <dsp:cNvSpPr/>
      </dsp:nvSpPr>
      <dsp:spPr>
        <a:xfrm>
          <a:off x="138" y="1414632"/>
          <a:ext cx="1669818" cy="801512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941" tIns="165100" rIns="164941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01</a:t>
          </a:r>
        </a:p>
      </dsp:txBody>
      <dsp:txXfrm>
        <a:off x="138" y="1414632"/>
        <a:ext cx="1669818" cy="801512"/>
      </dsp:txXfrm>
    </dsp:sp>
    <dsp:sp modelId="{2C6EFFCF-6F4C-41F6-ADDB-8E05B51ECC21}">
      <dsp:nvSpPr>
        <dsp:cNvPr id="0" name=""/>
        <dsp:cNvSpPr/>
      </dsp:nvSpPr>
      <dsp:spPr>
        <a:xfrm>
          <a:off x="1803542" y="1414632"/>
          <a:ext cx="1669818" cy="2003782"/>
        </a:xfrm>
        <a:prstGeom prst="rect">
          <a:avLst/>
        </a:prstGeom>
        <a:solidFill>
          <a:schemeClr val="accent2">
            <a:hueOff val="737640"/>
            <a:satOff val="3400"/>
            <a:lumOff val="523"/>
            <a:alphaOff val="0"/>
          </a:schemeClr>
        </a:solidFill>
        <a:ln w="19050" cap="flat" cmpd="sng" algn="ctr">
          <a:solidFill>
            <a:schemeClr val="accent2">
              <a:hueOff val="737640"/>
              <a:satOff val="3400"/>
              <a:lumOff val="5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941" tIns="0" rIns="1649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/>
            <a:t>Gobiernos Inteligentes:</a:t>
          </a:r>
          <a:r>
            <a:rPr lang="es-MX" sz="1100" b="0" i="0" kern="1200" baseline="0"/>
            <a:t> Decisiones basadas en datos para regular el tráfico y las industrias.</a:t>
          </a:r>
          <a:endParaRPr lang="en-US" sz="1100" kern="1200"/>
        </a:p>
      </dsp:txBody>
      <dsp:txXfrm>
        <a:off x="1803542" y="2216145"/>
        <a:ext cx="1669818" cy="1202269"/>
      </dsp:txXfrm>
    </dsp:sp>
    <dsp:sp modelId="{23A1F4A2-1E65-4637-B698-F9E8C246DF93}">
      <dsp:nvSpPr>
        <dsp:cNvPr id="0" name=""/>
        <dsp:cNvSpPr/>
      </dsp:nvSpPr>
      <dsp:spPr>
        <a:xfrm>
          <a:off x="1803542" y="1414632"/>
          <a:ext cx="1669818" cy="801512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941" tIns="165100" rIns="164941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02</a:t>
          </a:r>
        </a:p>
      </dsp:txBody>
      <dsp:txXfrm>
        <a:off x="1803542" y="1414632"/>
        <a:ext cx="1669818" cy="801512"/>
      </dsp:txXfrm>
    </dsp:sp>
    <dsp:sp modelId="{A457C2F1-48A5-4D1B-B711-6099E35F0607}">
      <dsp:nvSpPr>
        <dsp:cNvPr id="0" name=""/>
        <dsp:cNvSpPr/>
      </dsp:nvSpPr>
      <dsp:spPr>
        <a:xfrm>
          <a:off x="3606946" y="1414632"/>
          <a:ext cx="1669818" cy="2003782"/>
        </a:xfrm>
        <a:prstGeom prst="rect">
          <a:avLst/>
        </a:prstGeom>
        <a:solidFill>
          <a:schemeClr val="accent2">
            <a:hueOff val="1475280"/>
            <a:satOff val="6801"/>
            <a:lumOff val="1046"/>
            <a:alphaOff val="0"/>
          </a:schemeClr>
        </a:solidFill>
        <a:ln w="19050" cap="flat" cmpd="sng" algn="ctr">
          <a:solidFill>
            <a:schemeClr val="accent2">
              <a:hueOff val="1475280"/>
              <a:satOff val="6801"/>
              <a:lumOff val="10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941" tIns="0" rIns="1649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/>
            <a:t>Planificación Urbana:</a:t>
          </a:r>
          <a:r>
            <a:rPr lang="es-MX" sz="1100" b="0" i="0" kern="1200" baseline="0"/>
            <a:t> Identificación de zonas críticas donde urge plantar árboles o crear parques.</a:t>
          </a:r>
          <a:endParaRPr lang="en-US" sz="1100" kern="1200"/>
        </a:p>
      </dsp:txBody>
      <dsp:txXfrm>
        <a:off x="3606946" y="2216145"/>
        <a:ext cx="1669818" cy="1202269"/>
      </dsp:txXfrm>
    </dsp:sp>
    <dsp:sp modelId="{E49BF686-5036-451A-B116-3C04A07A4F36}">
      <dsp:nvSpPr>
        <dsp:cNvPr id="0" name=""/>
        <dsp:cNvSpPr/>
      </dsp:nvSpPr>
      <dsp:spPr>
        <a:xfrm>
          <a:off x="3606946" y="1414632"/>
          <a:ext cx="1669818" cy="801512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941" tIns="165100" rIns="164941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03</a:t>
          </a:r>
        </a:p>
      </dsp:txBody>
      <dsp:txXfrm>
        <a:off x="3606946" y="1414632"/>
        <a:ext cx="1669818" cy="801512"/>
      </dsp:txXfrm>
    </dsp:sp>
    <dsp:sp modelId="{5E7FD414-7BA5-4BB5-AB45-23A9141FC202}">
      <dsp:nvSpPr>
        <dsp:cNvPr id="0" name=""/>
        <dsp:cNvSpPr/>
      </dsp:nvSpPr>
      <dsp:spPr>
        <a:xfrm>
          <a:off x="5410350" y="1414632"/>
          <a:ext cx="1669818" cy="2003782"/>
        </a:xfrm>
        <a:prstGeom prst="rect">
          <a:avLst/>
        </a:prstGeom>
        <a:solidFill>
          <a:schemeClr val="accent2">
            <a:hueOff val="2212920"/>
            <a:satOff val="10201"/>
            <a:lumOff val="1569"/>
            <a:alphaOff val="0"/>
          </a:schemeClr>
        </a:solidFill>
        <a:ln w="19050" cap="flat" cmpd="sng" algn="ctr">
          <a:solidFill>
            <a:schemeClr val="accent2">
              <a:hueOff val="2212920"/>
              <a:satOff val="10201"/>
              <a:lumOff val="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941" tIns="0" rIns="1649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/>
            <a:t>Prevención, no Reacción:</a:t>
          </a:r>
          <a:r>
            <a:rPr lang="es-MX" sz="1100" b="0" i="0" kern="1200" baseline="0"/>
            <a:t> Actuar antes de que la contaminación llegue a niveles peligrosos.</a:t>
          </a:r>
          <a:endParaRPr lang="en-US" sz="1100" kern="1200"/>
        </a:p>
      </dsp:txBody>
      <dsp:txXfrm>
        <a:off x="5410350" y="2216145"/>
        <a:ext cx="1669818" cy="1202269"/>
      </dsp:txXfrm>
    </dsp:sp>
    <dsp:sp modelId="{527D8DE4-DCA0-4EAD-8FF4-7EDA30813B54}">
      <dsp:nvSpPr>
        <dsp:cNvPr id="0" name=""/>
        <dsp:cNvSpPr/>
      </dsp:nvSpPr>
      <dsp:spPr>
        <a:xfrm>
          <a:off x="5410350" y="1414632"/>
          <a:ext cx="1669818" cy="801512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941" tIns="165100" rIns="164941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04</a:t>
          </a:r>
        </a:p>
      </dsp:txBody>
      <dsp:txXfrm>
        <a:off x="5410350" y="1414632"/>
        <a:ext cx="1669818" cy="8015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861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8507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880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575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58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220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26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647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961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075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768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33763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257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9030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4452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1937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5999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29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8.jpe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14.jpe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15.jpeg"/><Relationship Id="rId9" Type="http://schemas.microsoft.com/office/2007/relationships/diagramDrawing" Target="../diagrams/drawin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3A9B28-E2DC-5218-FDC6-73D30B034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es-MX" sz="3100"/>
              <a:t>PROYECTO DE INVESTIGACION DE IA E IMPACTO AMBIENTAL</a:t>
            </a:r>
            <a:br>
              <a:rPr lang="es-MX" sz="3100"/>
            </a:br>
            <a:endParaRPr lang="es-MX" sz="31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57EE46-0B30-B1B0-210D-FA9820442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</a:pPr>
            <a:r>
              <a:rPr lang="es-MX" sz="1600" dirty="0"/>
              <a:t>Modelo predictivo de calidad del aire y temperatura urbana utilizando Inteligencia Artificial</a:t>
            </a:r>
          </a:p>
          <a:p>
            <a:pPr algn="l">
              <a:lnSpc>
                <a:spcPct val="110000"/>
              </a:lnSpc>
            </a:pPr>
            <a:endParaRPr lang="es-MX" sz="1600" dirty="0"/>
          </a:p>
          <a:p>
            <a:pPr algn="l">
              <a:lnSpc>
                <a:spcPct val="110000"/>
              </a:lnSpc>
            </a:pPr>
            <a:r>
              <a:rPr lang="es-MX" sz="1600" dirty="0"/>
              <a:t>Denzel Arturo Gutierrez Chavez</a:t>
            </a:r>
          </a:p>
          <a:p>
            <a:pPr algn="l">
              <a:lnSpc>
                <a:spcPct val="110000"/>
              </a:lnSpc>
            </a:pPr>
            <a:r>
              <a:rPr lang="es-MX" sz="1600" dirty="0"/>
              <a:t>Juan Carlos Quiñonez Madrid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BB08C-6684-592F-C50B-D1E159A7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19" r="-2" b="-2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83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64C0C9-46EF-90AD-998F-FCDCFB9CB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s-MX"/>
              <a:t>El aire que respiramos (El Problema)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Rectangle 3">
            <a:extLst>
              <a:ext uri="{FF2B5EF4-FFF2-40B4-BE49-F238E27FC236}">
                <a16:creationId xmlns:a16="http://schemas.microsoft.com/office/drawing/2014/main" id="{BEA6A62A-242A-6A70-8174-7037D2D59A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735843"/>
              </p:ext>
            </p:extLst>
          </p:nvPr>
        </p:nvGraphicFramePr>
        <p:xfrm>
          <a:off x="914400" y="2417233"/>
          <a:ext cx="10353675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7148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A4328-888C-20CA-1AB3-6C32DB28C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s-MX"/>
              <a:t>¿Por qué las ciudades arden? (Efecto Isla de Calor)</a:t>
            </a:r>
          </a:p>
        </p:txBody>
      </p:sp>
      <p:pic>
        <p:nvPicPr>
          <p:cNvPr id="2053" name="Picture 5" descr="Que es el asfalto caliente: Guía completa">
            <a:extLst>
              <a:ext uri="{FF2B5EF4-FFF2-40B4-BE49-F238E27FC236}">
                <a16:creationId xmlns:a16="http://schemas.microsoft.com/office/drawing/2014/main" id="{3EA5EC53-ED72-19C5-5A4C-8FAC19A62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25" r="27631" b="-1"/>
          <a:stretch>
            <a:fillRect/>
          </a:stretch>
        </p:blipFill>
        <p:spPr bwMode="auto">
          <a:xfrm>
            <a:off x="994908" y="2210935"/>
            <a:ext cx="3511778" cy="3493180"/>
          </a:xfrm>
          <a:prstGeom prst="rect">
            <a:avLst/>
          </a:prstGeom>
          <a:noFill/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60" name="Rectangle 1">
            <a:extLst>
              <a:ext uri="{FF2B5EF4-FFF2-40B4-BE49-F238E27FC236}">
                <a16:creationId xmlns:a16="http://schemas.microsoft.com/office/drawing/2014/main" id="{DE111F16-AA10-6FDA-FC78-0883B2BD7B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417"/>
              </p:ext>
            </p:extLst>
          </p:nvPr>
        </p:nvGraphicFramePr>
        <p:xfrm>
          <a:off x="4925351" y="2096064"/>
          <a:ext cx="6342205" cy="369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69293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0679D0-D5D1-E41B-03D6-12268AF8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472" y="609600"/>
            <a:ext cx="6340084" cy="1326321"/>
          </a:xfrm>
        </p:spPr>
        <p:txBody>
          <a:bodyPr>
            <a:normAutofit/>
          </a:bodyPr>
          <a:lstStyle/>
          <a:p>
            <a:r>
              <a:rPr lang="es-MX" sz="3100"/>
              <a:t>¿Qué es la Inteligencia Artificial?</a:t>
            </a:r>
          </a:p>
        </p:txBody>
      </p:sp>
      <p:pic>
        <p:nvPicPr>
          <p:cNvPr id="6" name="Picture 5" descr="Un robot antiguo">
            <a:extLst>
              <a:ext uri="{FF2B5EF4-FFF2-40B4-BE49-F238E27FC236}">
                <a16:creationId xmlns:a16="http://schemas.microsoft.com/office/drawing/2014/main" id="{48FAD2B9-2868-57BF-86E9-67958D7D57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43" r="45224"/>
          <a:stretch>
            <a:fillRect/>
          </a:stretch>
        </p:blipFill>
        <p:spPr>
          <a:xfrm>
            <a:off x="20" y="10"/>
            <a:ext cx="4635987" cy="6857990"/>
          </a:xfrm>
          <a:prstGeom prst="rect">
            <a:avLst/>
          </a:prstGeom>
        </p:spPr>
      </p:pic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2CF01BFB-E93E-F4E8-0E1D-6F9A4E03F0E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27471" y="2096064"/>
          <a:ext cx="6340085" cy="369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A31A05-19BB-4F84-9402-E8569CBDB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6007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1B45585-6688-F223-1E4D-CAA11B14D6B1}"/>
              </a:ext>
            </a:extLst>
          </p:cNvPr>
          <p:cNvSpPr txBox="1"/>
          <p:nvPr/>
        </p:nvSpPr>
        <p:spPr>
          <a:xfrm>
            <a:off x="5050351" y="5951343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"La IA es nuestra capacidad de procesar lo que el ojo humano no ve" </a:t>
            </a:r>
          </a:p>
        </p:txBody>
      </p:sp>
    </p:spTree>
    <p:extLst>
      <p:ext uri="{BB962C8B-B14F-4D97-AF65-F5344CB8AC3E}">
        <p14:creationId xmlns:p14="http://schemas.microsoft.com/office/powerpoint/2010/main" val="423539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39120-EC1B-4B3B-C928-FB7C9D39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s-MX" dirty="0"/>
              <a:t>¿Cómo funciona nuestro modelo?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27F154C-7298-3E96-4910-4902BED84E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4946229"/>
              </p:ext>
            </p:extLst>
          </p:nvPr>
        </p:nvGraphicFramePr>
        <p:xfrm>
          <a:off x="914400" y="2417233"/>
          <a:ext cx="10353675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740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5E57B-7F5D-871E-79B0-49C0C2FC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444" y="609600"/>
            <a:ext cx="3113112" cy="1326321"/>
          </a:xfrm>
        </p:spPr>
        <p:txBody>
          <a:bodyPr>
            <a:normAutofit/>
          </a:bodyPr>
          <a:lstStyle/>
          <a:p>
            <a:pPr algn="l"/>
            <a:r>
              <a:rPr lang="es-MX" sz="2900"/>
              <a:t>El "Cerebro" del Proyecto</a:t>
            </a:r>
          </a:p>
        </p:txBody>
      </p:sp>
      <p:pic>
        <p:nvPicPr>
          <p:cNvPr id="6" name="Picture 5" descr="Resultados del análisis de un cerebro humano en una clínica neurológica">
            <a:extLst>
              <a:ext uri="{FF2B5EF4-FFF2-40B4-BE49-F238E27FC236}">
                <a16:creationId xmlns:a16="http://schemas.microsoft.com/office/drawing/2014/main" id="{A6078563-A41A-9390-92E2-906F85D658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00"/>
          <a:stretch>
            <a:fillRect/>
          </a:stretch>
        </p:blipFill>
        <p:spPr>
          <a:xfrm>
            <a:off x="20" y="10"/>
            <a:ext cx="7552924" cy="6857990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AC90DF91-7F11-3384-CFA9-91F1F65B98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54444" y="2096064"/>
            <a:ext cx="3113112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¿Qué necesita el modelo? Datos de satélites, sensores en calles y reportes del clima.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IA limpia el "ruido" de millones de datos para darnos respuestas claras.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F35239-EB86-4ACB-91DE-4989620C2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92090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65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4" name="Rectangle 6153">
            <a:extLst>
              <a:ext uri="{FF2B5EF4-FFF2-40B4-BE49-F238E27FC236}">
                <a16:creationId xmlns:a16="http://schemas.microsoft.com/office/drawing/2014/main" id="{B6BE44ED-6075-4E11-A73C-B65948617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84C0EA-6081-6E2A-D38C-1F89761D6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472" y="609600"/>
            <a:ext cx="6340084" cy="1326321"/>
          </a:xfrm>
        </p:spPr>
        <p:txBody>
          <a:bodyPr>
            <a:normAutofit/>
          </a:bodyPr>
          <a:lstStyle/>
          <a:p>
            <a:r>
              <a:rPr lang="es-MX" dirty="0"/>
              <a:t>¿En qué nos ayuda esto a nosotros?</a:t>
            </a:r>
          </a:p>
        </p:txBody>
      </p:sp>
      <p:pic>
        <p:nvPicPr>
          <p:cNvPr id="6147" name="Picture 3" descr="Persona Que Usa Smartphone Recibiendo Nueva Imagen De Burbuja De  Notificación De Mensajes Stock de ilustración - Ilustración de aplicación,  teléfono: 395383209">
            <a:extLst>
              <a:ext uri="{FF2B5EF4-FFF2-40B4-BE49-F238E27FC236}">
                <a16:creationId xmlns:a16="http://schemas.microsoft.com/office/drawing/2014/main" id="{2663B985-BBEE-9764-EE5E-8DAAB573D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56" r="16222" b="-1"/>
          <a:stretch>
            <a:fillRect/>
          </a:stretch>
        </p:blipFill>
        <p:spPr bwMode="auto">
          <a:xfrm>
            <a:off x="20" y="-5"/>
            <a:ext cx="4635987" cy="420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Disculpas por el inglés) Mapa de peligro de viajes relacionados con el  trabajo - Preguntas adentro : r/mexico">
            <a:extLst>
              <a:ext uri="{FF2B5EF4-FFF2-40B4-BE49-F238E27FC236}">
                <a16:creationId xmlns:a16="http://schemas.microsoft.com/office/drawing/2014/main" id="{D45D5D18-81D6-B99B-7258-029EE3111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5" b="3"/>
          <a:stretch>
            <a:fillRect/>
          </a:stretch>
        </p:blipFill>
        <p:spPr bwMode="auto">
          <a:xfrm>
            <a:off x="20" y="4206245"/>
            <a:ext cx="4635987" cy="2660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56" name="Straight Connector 6155">
            <a:extLst>
              <a:ext uri="{FF2B5EF4-FFF2-40B4-BE49-F238E27FC236}">
                <a16:creationId xmlns:a16="http://schemas.microsoft.com/office/drawing/2014/main" id="{01943F1F-3D4C-4F63-A3E6-42265F51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6007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A96AABF-F8C9-17DD-0588-322D9C39B7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641434"/>
              </p:ext>
            </p:extLst>
          </p:nvPr>
        </p:nvGraphicFramePr>
        <p:xfrm>
          <a:off x="4927470" y="1205803"/>
          <a:ext cx="7080307" cy="4833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837267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DAC76F-463C-6656-DED0-CCABC169E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643467"/>
            <a:ext cx="9600217" cy="35858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7200" dirty="0"/>
              <a:t>Conclusion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F2F5CC-85F5-34A6-D0BC-886E4980D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4872767"/>
            <a:ext cx="9600217" cy="142416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/>
              <a:t>"La IA no </a:t>
            </a:r>
            <a:r>
              <a:rPr lang="en-US" sz="3200" dirty="0" err="1"/>
              <a:t>va</a:t>
            </a:r>
            <a:r>
              <a:rPr lang="en-US" sz="3200" dirty="0"/>
              <a:t> a plantar </a:t>
            </a:r>
            <a:r>
              <a:rPr lang="en-US" sz="3200" dirty="0" err="1"/>
              <a:t>los</a:t>
            </a:r>
            <a:r>
              <a:rPr lang="en-US" sz="3200" dirty="0"/>
              <a:t> </a:t>
            </a:r>
            <a:r>
              <a:rPr lang="en-US" sz="3200" dirty="0" err="1"/>
              <a:t>árboles</a:t>
            </a:r>
            <a:r>
              <a:rPr lang="en-US" sz="3200" dirty="0"/>
              <a:t>, </a:t>
            </a:r>
            <a:r>
              <a:rPr lang="en-US" sz="3200" dirty="0" err="1"/>
              <a:t>pero</a:t>
            </a:r>
            <a:r>
              <a:rPr lang="en-US" sz="3200" dirty="0"/>
              <a:t> </a:t>
            </a:r>
            <a:r>
              <a:rPr lang="en-US" sz="3200" dirty="0" err="1"/>
              <a:t>nos</a:t>
            </a:r>
            <a:r>
              <a:rPr lang="en-US" sz="3200" dirty="0"/>
              <a:t> </a:t>
            </a:r>
            <a:r>
              <a:rPr lang="en-US" sz="3200" dirty="0" err="1"/>
              <a:t>dirá</a:t>
            </a:r>
            <a:r>
              <a:rPr lang="en-US" sz="3200" dirty="0"/>
              <a:t> </a:t>
            </a:r>
            <a:r>
              <a:rPr lang="en-US" sz="3200" dirty="0" err="1"/>
              <a:t>dónde</a:t>
            </a:r>
            <a:r>
              <a:rPr lang="en-US" sz="3200" dirty="0"/>
              <a:t> y </a:t>
            </a:r>
            <a:r>
              <a:rPr lang="en-US" sz="3200" dirty="0" err="1"/>
              <a:t>por</a:t>
            </a:r>
            <a:r>
              <a:rPr lang="en-US" sz="3200" dirty="0"/>
              <a:t> </a:t>
            </a:r>
            <a:r>
              <a:rPr lang="en-US" sz="3200" dirty="0" err="1"/>
              <a:t>qué</a:t>
            </a:r>
            <a:r>
              <a:rPr lang="en-US" sz="3200" dirty="0"/>
              <a:t> </a:t>
            </a:r>
            <a:r>
              <a:rPr lang="en-US" sz="3200" dirty="0" err="1"/>
              <a:t>los</a:t>
            </a:r>
            <a:r>
              <a:rPr lang="en-US" sz="3200" dirty="0"/>
              <a:t> </a:t>
            </a:r>
            <a:r>
              <a:rPr lang="en-US" sz="3200" dirty="0" err="1"/>
              <a:t>necesitamos</a:t>
            </a:r>
            <a:r>
              <a:rPr lang="en-US" sz="3200" dirty="0"/>
              <a:t> </a:t>
            </a:r>
            <a:r>
              <a:rPr lang="en-US" sz="3200" dirty="0" err="1"/>
              <a:t>más</a:t>
            </a:r>
            <a:r>
              <a:rPr lang="en-US" sz="3200" dirty="0"/>
              <a:t> </a:t>
            </a:r>
            <a:r>
              <a:rPr lang="en-US" sz="3200" dirty="0" err="1"/>
              <a:t>que</a:t>
            </a:r>
            <a:r>
              <a:rPr lang="en-US" sz="3200" dirty="0"/>
              <a:t> </a:t>
            </a:r>
            <a:r>
              <a:rPr lang="en-US" sz="3200" dirty="0" err="1"/>
              <a:t>nunca</a:t>
            </a:r>
            <a:r>
              <a:rPr lang="en-US" sz="3200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1273401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76492BC76C0754299B74366EDD3DA1B" ma:contentTypeVersion="9" ma:contentTypeDescription="Crear nuevo documento." ma:contentTypeScope="" ma:versionID="fa9ec4967bff9539595cce019d8dc718">
  <xsd:schema xmlns:xsd="http://www.w3.org/2001/XMLSchema" xmlns:xs="http://www.w3.org/2001/XMLSchema" xmlns:p="http://schemas.microsoft.com/office/2006/metadata/properties" xmlns:ns3="08bb3860-613a-4c0a-85e7-29b43b622a49" xmlns:ns4="440f87ab-1b82-4920-bd2f-b8b4e35b4305" targetNamespace="http://schemas.microsoft.com/office/2006/metadata/properties" ma:root="true" ma:fieldsID="b6fa6e924127c91be6d2e269ce4363a8" ns3:_="" ns4:_="">
    <xsd:import namespace="08bb3860-613a-4c0a-85e7-29b43b622a49"/>
    <xsd:import namespace="440f87ab-1b82-4920-bd2f-b8b4e35b43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bb3860-613a-4c0a-85e7-29b43b622a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f87ab-1b82-4920-bd2f-b8b4e35b430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8bb3860-613a-4c0a-85e7-29b43b622a49" xsi:nil="true"/>
  </documentManagement>
</p:properties>
</file>

<file path=customXml/itemProps1.xml><?xml version="1.0" encoding="utf-8"?>
<ds:datastoreItem xmlns:ds="http://schemas.openxmlformats.org/officeDocument/2006/customXml" ds:itemID="{D528545D-BF7A-4E42-9FC5-0D92D419AD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bb3860-613a-4c0a-85e7-29b43b622a49"/>
    <ds:schemaRef ds:uri="440f87ab-1b82-4920-bd2f-b8b4e35b43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5FB2AF-4449-4C2D-835F-B1EE98B216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24A320-04CB-449F-9BEA-BA36572001AA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08bb3860-613a-4c0a-85e7-29b43b622a49"/>
    <ds:schemaRef ds:uri="http://purl.org/dc/elements/1.1/"/>
    <ds:schemaRef ds:uri="http://purl.org/dc/dcmitype/"/>
    <ds:schemaRef ds:uri="http://schemas.microsoft.com/office/infopath/2007/PartnerControls"/>
    <ds:schemaRef ds:uri="440f87ab-1b82-4920-bd2f-b8b4e35b4305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53</TotalTime>
  <Words>338</Words>
  <Application>Microsoft Office PowerPoint</Application>
  <PresentationFormat>Panorámica</PresentationFormat>
  <Paragraphs>33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PROYECTO DE INVESTIGACION DE IA E IMPACTO AMBIENTAL </vt:lpstr>
      <vt:lpstr>El aire que respiramos (El Problema)</vt:lpstr>
      <vt:lpstr>¿Por qué las ciudades arden? (Efecto Isla de Calor)</vt:lpstr>
      <vt:lpstr>¿Qué es la Inteligencia Artificial?</vt:lpstr>
      <vt:lpstr>¿Cómo funciona nuestro modelo?</vt:lpstr>
      <vt:lpstr>El "Cerebro" del Proyecto</vt:lpstr>
      <vt:lpstr>¿En qué nos ayuda esto a nosotros?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DENZEL ARTURO GUTIERREZ CHAVEZ</dc:creator>
  <cp:lastModifiedBy>DENZEL ARTURO GUTIERREZ CHAVEZ</cp:lastModifiedBy>
  <cp:revision>1</cp:revision>
  <dcterms:created xsi:type="dcterms:W3CDTF">2026-02-26T21:11:08Z</dcterms:created>
  <dcterms:modified xsi:type="dcterms:W3CDTF">2026-02-26T22:04:12Z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0x010100B76492BC76C0754299B74366EDD3DA1B</vt:lpwstr>
  </property>
</Properties>
</file>